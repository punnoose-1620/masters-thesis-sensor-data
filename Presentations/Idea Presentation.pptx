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10"/>
  </p:notesMasterIdLst>
  <p:sldIdLst>
    <p:sldId id="260" r:id="rId2"/>
    <p:sldId id="261" r:id="rId3"/>
    <p:sldId id="262" r:id="rId4"/>
    <p:sldId id="263" r:id="rId5"/>
    <p:sldId id="264" r:id="rId6"/>
    <p:sldId id="265" r:id="rId7"/>
    <p:sldId id="266" r:id="rId8"/>
    <p:sldId id="267" r:id="rId9"/>
  </p:sldIdLst>
  <p:sldSz cx="9144000" cy="5143500" type="screen16x9"/>
  <p:notesSz cx="6858000" cy="9144000"/>
  <p:embeddedFontLst>
    <p:embeddedFont>
      <p:font typeface="Roboto" panose="02000000000000000000" pitchFamily="2" charset="0"/>
      <p:regular r:id="rId11"/>
      <p:bold r:id="rId12"/>
      <p:italic r:id="rId13"/>
      <p:boldItalic r:id="rId14"/>
    </p:embeddedFont>
    <p:embeddedFont>
      <p:font typeface="Roboto Slab" pitchFamily="2" charset="0"/>
      <p:regular r:id="rId15"/>
      <p:bold r:id="rId16"/>
    </p:embeddedFont>
    <p:embeddedFont>
      <p:font typeface="Verdana" panose="020B0604030504040204" pitchFamily="34" charset="0"/>
      <p:regular r:id="rId17"/>
      <p:bold r:id="rId18"/>
      <p:italic r:id="rId19"/>
      <p:boldItalic r:id="rId2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1D8A825-4BBA-4A7F-B364-889573FB0941}" v="2" dt="2026-02-10T09:19:13.2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3672" autoAdjust="0"/>
  </p:normalViewPr>
  <p:slideViewPr>
    <p:cSldViewPr snapToGrid="0">
      <p:cViewPr varScale="1">
        <p:scale>
          <a:sx n="93" d="100"/>
          <a:sy n="93" d="100"/>
        </p:scale>
        <p:origin x="1162" y="67"/>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font" Target="fonts/font8.fntdata"/><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font" Target="fonts/font7.fntdata"/><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5.fntdata"/><Relationship Id="rId23" Type="http://schemas.openxmlformats.org/officeDocument/2006/relationships/theme" Target="theme/theme1.xml"/><Relationship Id="rId10" Type="http://schemas.openxmlformats.org/officeDocument/2006/relationships/notesMaster" Target="notesMasters/notesMaster1.xml"/><Relationship Id="rId19"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OZHUPPAKALAM THOMAS, PUNNOOSE" userId="fd29400d-4f57-4832-bd19-04ade6ee2f3f" providerId="ADAL" clId="{0F3E3CE6-6177-40FD-84CD-B015BFD4500B}"/>
    <pc:docChg chg="undo custSel addSld modSld">
      <pc:chgData name="KOZHUPPAKALAM THOMAS, PUNNOOSE" userId="fd29400d-4f57-4832-bd19-04ade6ee2f3f" providerId="ADAL" clId="{0F3E3CE6-6177-40FD-84CD-B015BFD4500B}" dt="2026-02-10T09:21:20.957" v="314" actId="20577"/>
      <pc:docMkLst>
        <pc:docMk/>
      </pc:docMkLst>
      <pc:sldChg chg="addSp modSp mod">
        <pc:chgData name="KOZHUPPAKALAM THOMAS, PUNNOOSE" userId="fd29400d-4f57-4832-bd19-04ade6ee2f3f" providerId="ADAL" clId="{0F3E3CE6-6177-40FD-84CD-B015BFD4500B}" dt="2026-02-10T09:21:20.957" v="314" actId="20577"/>
        <pc:sldMkLst>
          <pc:docMk/>
          <pc:sldMk cId="0" sldId="260"/>
        </pc:sldMkLst>
        <pc:spChg chg="add mod">
          <ac:chgData name="KOZHUPPAKALAM THOMAS, PUNNOOSE" userId="fd29400d-4f57-4832-bd19-04ade6ee2f3f" providerId="ADAL" clId="{0F3E3CE6-6177-40FD-84CD-B015BFD4500B}" dt="2026-02-10T09:21:03.007" v="293" actId="20577"/>
          <ac:spMkLst>
            <pc:docMk/>
            <pc:sldMk cId="0" sldId="260"/>
            <ac:spMk id="2" creationId="{CC8FEE20-A90D-193B-AAB7-2C11AB44EB00}"/>
          </ac:spMkLst>
        </pc:spChg>
        <pc:spChg chg="mod">
          <ac:chgData name="KOZHUPPAKALAM THOMAS, PUNNOOSE" userId="fd29400d-4f57-4832-bd19-04ade6ee2f3f" providerId="ADAL" clId="{0F3E3CE6-6177-40FD-84CD-B015BFD4500B}" dt="2026-02-10T09:21:12.959" v="309" actId="20577"/>
          <ac:spMkLst>
            <pc:docMk/>
            <pc:sldMk cId="0" sldId="260"/>
            <ac:spMk id="3" creationId="{00000000-0000-0000-0000-000000000000}"/>
          </ac:spMkLst>
        </pc:spChg>
        <pc:spChg chg="mod">
          <ac:chgData name="KOZHUPPAKALAM THOMAS, PUNNOOSE" userId="fd29400d-4f57-4832-bd19-04ade6ee2f3f" providerId="ADAL" clId="{0F3E3CE6-6177-40FD-84CD-B015BFD4500B}" dt="2026-02-10T09:21:20.957" v="314" actId="20577"/>
          <ac:spMkLst>
            <pc:docMk/>
            <pc:sldMk cId="0" sldId="260"/>
            <ac:spMk id="4" creationId="{00000000-0000-0000-0000-000000000000}"/>
          </ac:spMkLst>
        </pc:spChg>
        <pc:spChg chg="mod">
          <ac:chgData name="KOZHUPPAKALAM THOMAS, PUNNOOSE" userId="fd29400d-4f57-4832-bd19-04ade6ee2f3f" providerId="ADAL" clId="{0F3E3CE6-6177-40FD-84CD-B015BFD4500B}" dt="2026-02-10T09:20:06.511" v="198" actId="1076"/>
          <ac:spMkLst>
            <pc:docMk/>
            <pc:sldMk cId="0" sldId="260"/>
            <ac:spMk id="20" creationId="{00000000-0000-0000-0000-000000000000}"/>
          </ac:spMkLst>
        </pc:spChg>
        <pc:spChg chg="add mod">
          <ac:chgData name="KOZHUPPAKALAM THOMAS, PUNNOOSE" userId="fd29400d-4f57-4832-bd19-04ade6ee2f3f" providerId="ADAL" clId="{0F3E3CE6-6177-40FD-84CD-B015BFD4500B}" dt="2026-02-10T09:20:43.868" v="280" actId="1038"/>
          <ac:spMkLst>
            <pc:docMk/>
            <pc:sldMk cId="0" sldId="260"/>
            <ac:spMk id="32" creationId="{4CB1303F-2EB1-C1E9-9B4A-2AB229193908}"/>
          </ac:spMkLst>
        </pc:spChg>
      </pc:sldChg>
      <pc:sldChg chg="modSp mod">
        <pc:chgData name="KOZHUPPAKALAM THOMAS, PUNNOOSE" userId="fd29400d-4f57-4832-bd19-04ade6ee2f3f" providerId="ADAL" clId="{0F3E3CE6-6177-40FD-84CD-B015BFD4500B}" dt="2026-02-10T09:13:18.007" v="2" actId="948"/>
        <pc:sldMkLst>
          <pc:docMk/>
          <pc:sldMk cId="0" sldId="262"/>
        </pc:sldMkLst>
        <pc:spChg chg="mod">
          <ac:chgData name="KOZHUPPAKALAM THOMAS, PUNNOOSE" userId="fd29400d-4f57-4832-bd19-04ade6ee2f3f" providerId="ADAL" clId="{0F3E3CE6-6177-40FD-84CD-B015BFD4500B}" dt="2026-02-10T09:13:18.007" v="2" actId="948"/>
          <ac:spMkLst>
            <pc:docMk/>
            <pc:sldMk cId="0" sldId="262"/>
            <ac:spMk id="31" creationId="{00000000-0000-0000-0000-000000000000}"/>
          </ac:spMkLst>
        </pc:spChg>
      </pc:sldChg>
      <pc:sldChg chg="modSp mod">
        <pc:chgData name="KOZHUPPAKALAM THOMAS, PUNNOOSE" userId="fd29400d-4f57-4832-bd19-04ade6ee2f3f" providerId="ADAL" clId="{0F3E3CE6-6177-40FD-84CD-B015BFD4500B}" dt="2026-02-10T09:13:43.054" v="3" actId="948"/>
        <pc:sldMkLst>
          <pc:docMk/>
          <pc:sldMk cId="0" sldId="263"/>
        </pc:sldMkLst>
        <pc:spChg chg="mod">
          <ac:chgData name="KOZHUPPAKALAM THOMAS, PUNNOOSE" userId="fd29400d-4f57-4832-bd19-04ade6ee2f3f" providerId="ADAL" clId="{0F3E3CE6-6177-40FD-84CD-B015BFD4500B}" dt="2026-02-10T09:13:43.054" v="3" actId="948"/>
          <ac:spMkLst>
            <pc:docMk/>
            <pc:sldMk cId="0" sldId="263"/>
            <ac:spMk id="31" creationId="{00000000-0000-0000-0000-000000000000}"/>
          </ac:spMkLst>
        </pc:spChg>
      </pc:sldChg>
      <pc:sldChg chg="modSp mod">
        <pc:chgData name="KOZHUPPAKALAM THOMAS, PUNNOOSE" userId="fd29400d-4f57-4832-bd19-04ade6ee2f3f" providerId="ADAL" clId="{0F3E3CE6-6177-40FD-84CD-B015BFD4500B}" dt="2026-02-10T09:14:44.275" v="6" actId="20577"/>
        <pc:sldMkLst>
          <pc:docMk/>
          <pc:sldMk cId="0" sldId="264"/>
        </pc:sldMkLst>
        <pc:spChg chg="mod">
          <ac:chgData name="KOZHUPPAKALAM THOMAS, PUNNOOSE" userId="fd29400d-4f57-4832-bd19-04ade6ee2f3f" providerId="ADAL" clId="{0F3E3CE6-6177-40FD-84CD-B015BFD4500B}" dt="2026-02-10T09:14:38.971" v="4" actId="20577"/>
          <ac:spMkLst>
            <pc:docMk/>
            <pc:sldMk cId="0" sldId="264"/>
            <ac:spMk id="17" creationId="{00000000-0000-0000-0000-000000000000}"/>
          </ac:spMkLst>
        </pc:spChg>
        <pc:spChg chg="mod">
          <ac:chgData name="KOZHUPPAKALAM THOMAS, PUNNOOSE" userId="fd29400d-4f57-4832-bd19-04ade6ee2f3f" providerId="ADAL" clId="{0F3E3CE6-6177-40FD-84CD-B015BFD4500B}" dt="2026-02-10T09:14:41.844" v="5" actId="20577"/>
          <ac:spMkLst>
            <pc:docMk/>
            <pc:sldMk cId="0" sldId="264"/>
            <ac:spMk id="24" creationId="{00000000-0000-0000-0000-000000000000}"/>
          </ac:spMkLst>
        </pc:spChg>
        <pc:spChg chg="mod">
          <ac:chgData name="KOZHUPPAKALAM THOMAS, PUNNOOSE" userId="fd29400d-4f57-4832-bd19-04ade6ee2f3f" providerId="ADAL" clId="{0F3E3CE6-6177-40FD-84CD-B015BFD4500B}" dt="2026-02-10T09:14:44.275" v="6" actId="20577"/>
          <ac:spMkLst>
            <pc:docMk/>
            <pc:sldMk cId="0" sldId="264"/>
            <ac:spMk id="31" creationId="{00000000-0000-0000-0000-000000000000}"/>
          </ac:spMkLst>
        </pc:spChg>
      </pc:sldChg>
      <pc:sldChg chg="modSp mod">
        <pc:chgData name="KOZHUPPAKALAM THOMAS, PUNNOOSE" userId="fd29400d-4f57-4832-bd19-04ade6ee2f3f" providerId="ADAL" clId="{0F3E3CE6-6177-40FD-84CD-B015BFD4500B}" dt="2026-02-10T09:15:39.636" v="28" actId="1036"/>
        <pc:sldMkLst>
          <pc:docMk/>
          <pc:sldMk cId="0" sldId="265"/>
        </pc:sldMkLst>
        <pc:spChg chg="mod">
          <ac:chgData name="KOZHUPPAKALAM THOMAS, PUNNOOSE" userId="fd29400d-4f57-4832-bd19-04ade6ee2f3f" providerId="ADAL" clId="{0F3E3CE6-6177-40FD-84CD-B015BFD4500B}" dt="2026-02-10T09:15:39.636" v="28" actId="1036"/>
          <ac:spMkLst>
            <pc:docMk/>
            <pc:sldMk cId="0" sldId="265"/>
            <ac:spMk id="2" creationId="{52DF6747-17D5-8069-7A28-BF3D0B7CD46F}"/>
          </ac:spMkLst>
        </pc:spChg>
      </pc:sldChg>
      <pc:sldChg chg="addSp delSp modSp new mod modClrScheme chgLayout">
        <pc:chgData name="KOZHUPPAKALAM THOMAS, PUNNOOSE" userId="fd29400d-4f57-4832-bd19-04ade6ee2f3f" providerId="ADAL" clId="{0F3E3CE6-6177-40FD-84CD-B015BFD4500B}" dt="2026-02-10T09:17:41.150" v="68" actId="20577"/>
        <pc:sldMkLst>
          <pc:docMk/>
          <pc:sldMk cId="2084016969" sldId="267"/>
        </pc:sldMkLst>
        <pc:spChg chg="del">
          <ac:chgData name="KOZHUPPAKALAM THOMAS, PUNNOOSE" userId="fd29400d-4f57-4832-bd19-04ade6ee2f3f" providerId="ADAL" clId="{0F3E3CE6-6177-40FD-84CD-B015BFD4500B}" dt="2026-02-10T09:17:07.226" v="30" actId="700"/>
          <ac:spMkLst>
            <pc:docMk/>
            <pc:sldMk cId="2084016969" sldId="267"/>
            <ac:spMk id="2" creationId="{EE34922A-E046-81DF-3EEC-6D176D9383DF}"/>
          </ac:spMkLst>
        </pc:spChg>
        <pc:spChg chg="del mod ord">
          <ac:chgData name="KOZHUPPAKALAM THOMAS, PUNNOOSE" userId="fd29400d-4f57-4832-bd19-04ade6ee2f3f" providerId="ADAL" clId="{0F3E3CE6-6177-40FD-84CD-B015BFD4500B}" dt="2026-02-10T09:17:07.226" v="30" actId="700"/>
          <ac:spMkLst>
            <pc:docMk/>
            <pc:sldMk cId="2084016969" sldId="267"/>
            <ac:spMk id="3" creationId="{248C2026-0C62-EB71-5E9C-BD6C93B8DAE2}"/>
          </ac:spMkLst>
        </pc:spChg>
        <pc:spChg chg="del">
          <ac:chgData name="KOZHUPPAKALAM THOMAS, PUNNOOSE" userId="fd29400d-4f57-4832-bd19-04ade6ee2f3f" providerId="ADAL" clId="{0F3E3CE6-6177-40FD-84CD-B015BFD4500B}" dt="2026-02-10T09:17:07.226" v="30" actId="700"/>
          <ac:spMkLst>
            <pc:docMk/>
            <pc:sldMk cId="2084016969" sldId="267"/>
            <ac:spMk id="4" creationId="{1FB5B10A-FA1B-D556-A035-22AA0513186B}"/>
          </ac:spMkLst>
        </pc:spChg>
        <pc:spChg chg="add mod ord">
          <ac:chgData name="KOZHUPPAKALAM THOMAS, PUNNOOSE" userId="fd29400d-4f57-4832-bd19-04ade6ee2f3f" providerId="ADAL" clId="{0F3E3CE6-6177-40FD-84CD-B015BFD4500B}" dt="2026-02-10T09:17:41.150" v="68" actId="20577"/>
          <ac:spMkLst>
            <pc:docMk/>
            <pc:sldMk cId="2084016969" sldId="267"/>
            <ac:spMk id="5" creationId="{1D9AE195-A542-7D2E-B77F-3B1B461C2FD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Introduce the motivation: recurring WICE-related questions slow teams down. Emphasize internal-only usage and focus on speed, consistency, and documentation-backed answers.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Highlight pain points with the current process and how this directly improves productivity across teams without introducing new workflows.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Clarify that this is intentionally scoped to WICE to control complexity while validating the approach.</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In this conceptual slide we juxtapose two alternative workflow paradigms that we are currently exploring for the stakeholder chatbot. On the left, the Copilot No‑Code approach illustrates a single intent block feeding into a Copilot engine that would automatically generate the necessary data connectors and execution steps. This is a hypothesis about how a low‑code, declarative model could dramatically shorten development cycles and reduce hand‑crafted code. On the right, the Traditional Agentic model depicts a more granular architecture where each micro‑agent is manually coded, messages are routed through explicit queues, and adapters are hand‑crafted to reach data sources. While this promises deep control, it also implies higher development and maintenance effort. Because we have not yet produced empirical results, this slide serves to frame the expected trade‑offs and guide discussion on when a rapid, low‑code path might suffice versus when a bespoke agentic solution would be justified.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Walk through the architecture diagram at a high level. Emphasize separation of concerns and scalability.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Reassure stakeholders that this system does not bypass governance and only surfaces what users are allowed to see.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Close with where the project stands today and what support is needed to move forward.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p:nvPr userDrawn="1"/>
        </p:nvSpPr>
        <p:spPr>
          <a:xfrm>
            <a:off x="156918" y="152216"/>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rgbClr val="FDCB3B"/>
            </a:solidFill>
            <a:prstDash val="solid"/>
            <a:miter lim="8000"/>
            <a:headEnd type="none" w="sm" len="sm"/>
            <a:tailEnd type="none" w="sm" len="sm"/>
          </a:ln>
        </p:spPr>
        <p:txBody>
          <a:bodyPr/>
          <a:lstStyle/>
          <a:p>
            <a:endParaRPr lang="en-US"/>
          </a:p>
        </p:txBody>
      </p:sp>
      <p:sp>
        <p:nvSpPr>
          <p:cNvPr id="11" name="Google Shape;11;p2"/>
          <p:cNvSpPr/>
          <p:nvPr/>
        </p:nvSpPr>
        <p:spPr>
          <a:xfrm rot="10800000">
            <a:off x="7931645" y="3395975"/>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rgbClr val="FDCB3B"/>
            </a:solidFill>
            <a:prstDash val="solid"/>
            <a:miter lim="8000"/>
            <a:headEnd type="none" w="sm" len="sm"/>
            <a:tailEnd type="none" w="sm" len="sm"/>
          </a:ln>
        </p:spPr>
        <p:txBody>
          <a:bodyPr/>
          <a:lstStyle/>
          <a:p>
            <a:endParaRPr lang="en-US"/>
          </a:p>
        </p:txBody>
      </p:sp>
      <p:sp>
        <p:nvSpPr>
          <p:cNvPr id="13" name="Google Shape;13;p2"/>
          <p:cNvSpPr txBox="1">
            <a:spLocks noGrp="1"/>
          </p:cNvSpPr>
          <p:nvPr>
            <p:ph type="ctrTitle"/>
          </p:nvPr>
        </p:nvSpPr>
        <p:spPr>
          <a:xfrm>
            <a:off x="297366" y="1188925"/>
            <a:ext cx="8556702" cy="1457400"/>
          </a:xfrm>
          <a:prstGeom prst="rect">
            <a:avLst/>
          </a:prstGeom>
        </p:spPr>
        <p:txBody>
          <a:bodyPr spcFirstLastPara="1" wrap="square" lIns="91425" tIns="91425" rIns="91425" bIns="91425" anchor="b" anchorCtr="0">
            <a:normAutofit/>
          </a:bodyPr>
          <a:lstStyle>
            <a:lvl1pPr lvl="0" algn="ctr">
              <a:spcBef>
                <a:spcPts val="0"/>
              </a:spcBef>
              <a:spcAft>
                <a:spcPts val="0"/>
              </a:spcAft>
              <a:buSzPts val="4000"/>
              <a:buFont typeface="Verdana"/>
              <a:buNone/>
              <a:defRPr sz="4000">
                <a:latin typeface="Verdana"/>
                <a:ea typeface="Verdana"/>
                <a:cs typeface="Verdana"/>
                <a:sym typeface="Verdana"/>
              </a:defRPr>
            </a:lvl1pPr>
            <a:lvl2pPr lvl="1" algn="ctr">
              <a:spcBef>
                <a:spcPts val="0"/>
              </a:spcBef>
              <a:spcAft>
                <a:spcPts val="0"/>
              </a:spcAft>
              <a:buSzPts val="4000"/>
              <a:buFont typeface="Verdana"/>
              <a:buNone/>
              <a:defRPr sz="4000">
                <a:latin typeface="Verdana"/>
                <a:ea typeface="Verdana"/>
                <a:cs typeface="Verdana"/>
                <a:sym typeface="Verdana"/>
              </a:defRPr>
            </a:lvl2pPr>
            <a:lvl3pPr lvl="2" algn="ctr">
              <a:spcBef>
                <a:spcPts val="0"/>
              </a:spcBef>
              <a:spcAft>
                <a:spcPts val="0"/>
              </a:spcAft>
              <a:buSzPts val="4000"/>
              <a:buFont typeface="Verdana"/>
              <a:buNone/>
              <a:defRPr sz="4000">
                <a:latin typeface="Verdana"/>
                <a:ea typeface="Verdana"/>
                <a:cs typeface="Verdana"/>
                <a:sym typeface="Verdana"/>
              </a:defRPr>
            </a:lvl3pPr>
            <a:lvl4pPr lvl="3" algn="ctr">
              <a:spcBef>
                <a:spcPts val="0"/>
              </a:spcBef>
              <a:spcAft>
                <a:spcPts val="0"/>
              </a:spcAft>
              <a:buSzPts val="4000"/>
              <a:buFont typeface="Verdana"/>
              <a:buNone/>
              <a:defRPr sz="4000">
                <a:latin typeface="Verdana"/>
                <a:ea typeface="Verdana"/>
                <a:cs typeface="Verdana"/>
                <a:sym typeface="Verdana"/>
              </a:defRPr>
            </a:lvl4pPr>
            <a:lvl5pPr lvl="4" algn="ctr">
              <a:spcBef>
                <a:spcPts val="0"/>
              </a:spcBef>
              <a:spcAft>
                <a:spcPts val="0"/>
              </a:spcAft>
              <a:buSzPts val="4000"/>
              <a:buFont typeface="Verdana"/>
              <a:buNone/>
              <a:defRPr sz="4000">
                <a:latin typeface="Verdana"/>
                <a:ea typeface="Verdana"/>
                <a:cs typeface="Verdana"/>
                <a:sym typeface="Verdana"/>
              </a:defRPr>
            </a:lvl5pPr>
            <a:lvl6pPr lvl="5" algn="ctr">
              <a:spcBef>
                <a:spcPts val="0"/>
              </a:spcBef>
              <a:spcAft>
                <a:spcPts val="0"/>
              </a:spcAft>
              <a:buSzPts val="4000"/>
              <a:buFont typeface="Verdana"/>
              <a:buNone/>
              <a:defRPr sz="4000">
                <a:latin typeface="Verdana"/>
                <a:ea typeface="Verdana"/>
                <a:cs typeface="Verdana"/>
                <a:sym typeface="Verdana"/>
              </a:defRPr>
            </a:lvl6pPr>
            <a:lvl7pPr lvl="6" algn="ctr">
              <a:spcBef>
                <a:spcPts val="0"/>
              </a:spcBef>
              <a:spcAft>
                <a:spcPts val="0"/>
              </a:spcAft>
              <a:buSzPts val="4000"/>
              <a:buFont typeface="Verdana"/>
              <a:buNone/>
              <a:defRPr sz="4000">
                <a:latin typeface="Verdana"/>
                <a:ea typeface="Verdana"/>
                <a:cs typeface="Verdana"/>
                <a:sym typeface="Verdana"/>
              </a:defRPr>
            </a:lvl7pPr>
            <a:lvl8pPr lvl="7" algn="ctr">
              <a:spcBef>
                <a:spcPts val="0"/>
              </a:spcBef>
              <a:spcAft>
                <a:spcPts val="0"/>
              </a:spcAft>
              <a:buSzPts val="4000"/>
              <a:buFont typeface="Verdana"/>
              <a:buNone/>
              <a:defRPr sz="4000">
                <a:latin typeface="Verdana"/>
                <a:ea typeface="Verdana"/>
                <a:cs typeface="Verdana"/>
                <a:sym typeface="Verdana"/>
              </a:defRPr>
            </a:lvl8pPr>
            <a:lvl9pPr lvl="8" algn="ctr">
              <a:spcBef>
                <a:spcPts val="0"/>
              </a:spcBef>
              <a:spcAft>
                <a:spcPts val="0"/>
              </a:spcAft>
              <a:buSzPts val="4000"/>
              <a:buFont typeface="Verdana"/>
              <a:buNone/>
              <a:defRPr sz="4000">
                <a:latin typeface="Verdana"/>
                <a:ea typeface="Verdana"/>
                <a:cs typeface="Verdana"/>
                <a:sym typeface="Verdana"/>
              </a:defRPr>
            </a:lvl9pPr>
          </a:lstStyle>
          <a:p>
            <a:endParaRPr dirty="0"/>
          </a:p>
        </p:txBody>
      </p:sp>
      <p:sp>
        <p:nvSpPr>
          <p:cNvPr id="14" name="Google Shape;14;p2"/>
          <p:cNvSpPr txBox="1">
            <a:spLocks noGrp="1"/>
          </p:cNvSpPr>
          <p:nvPr>
            <p:ph type="subTitle" idx="1"/>
          </p:nvPr>
        </p:nvSpPr>
        <p:spPr>
          <a:xfrm>
            <a:off x="297365" y="3376551"/>
            <a:ext cx="8556701" cy="9090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Font typeface="Verdana"/>
              <a:buNone/>
              <a:defRPr sz="2400">
                <a:latin typeface="Verdana"/>
                <a:ea typeface="Verdana"/>
                <a:cs typeface="Verdana"/>
                <a:sym typeface="Verdana"/>
              </a:defRPr>
            </a:lvl1pPr>
            <a:lvl2pPr lvl="1" algn="ctr">
              <a:lnSpc>
                <a:spcPct val="100000"/>
              </a:lnSpc>
              <a:spcBef>
                <a:spcPts val="0"/>
              </a:spcBef>
              <a:spcAft>
                <a:spcPts val="0"/>
              </a:spcAft>
              <a:buClr>
                <a:schemeClr val="accent5"/>
              </a:buClr>
              <a:buSzPts val="2400"/>
              <a:buFont typeface="Verdana"/>
              <a:buNone/>
              <a:defRPr sz="2400">
                <a:solidFill>
                  <a:schemeClr val="accent5"/>
                </a:solidFill>
                <a:latin typeface="Verdana"/>
                <a:ea typeface="Verdana"/>
                <a:cs typeface="Verdana"/>
                <a:sym typeface="Verdana"/>
              </a:defRPr>
            </a:lvl2pPr>
            <a:lvl3pPr lvl="2" algn="ctr">
              <a:lnSpc>
                <a:spcPct val="100000"/>
              </a:lnSpc>
              <a:spcBef>
                <a:spcPts val="0"/>
              </a:spcBef>
              <a:spcAft>
                <a:spcPts val="0"/>
              </a:spcAft>
              <a:buClr>
                <a:schemeClr val="accent5"/>
              </a:buClr>
              <a:buSzPts val="2400"/>
              <a:buFont typeface="Verdana"/>
              <a:buNone/>
              <a:defRPr sz="2400">
                <a:solidFill>
                  <a:schemeClr val="accent5"/>
                </a:solidFill>
                <a:latin typeface="Verdana"/>
                <a:ea typeface="Verdana"/>
                <a:cs typeface="Verdana"/>
                <a:sym typeface="Verdana"/>
              </a:defRPr>
            </a:lvl3pPr>
            <a:lvl4pPr lvl="3" algn="ctr">
              <a:lnSpc>
                <a:spcPct val="100000"/>
              </a:lnSpc>
              <a:spcBef>
                <a:spcPts val="0"/>
              </a:spcBef>
              <a:spcAft>
                <a:spcPts val="0"/>
              </a:spcAft>
              <a:buClr>
                <a:schemeClr val="accent5"/>
              </a:buClr>
              <a:buSzPts val="2400"/>
              <a:buFont typeface="Verdana"/>
              <a:buNone/>
              <a:defRPr sz="2400">
                <a:solidFill>
                  <a:schemeClr val="accent5"/>
                </a:solidFill>
                <a:latin typeface="Verdana"/>
                <a:ea typeface="Verdana"/>
                <a:cs typeface="Verdana"/>
                <a:sym typeface="Verdana"/>
              </a:defRPr>
            </a:lvl4pPr>
            <a:lvl5pPr lvl="4" algn="ctr">
              <a:lnSpc>
                <a:spcPct val="100000"/>
              </a:lnSpc>
              <a:spcBef>
                <a:spcPts val="0"/>
              </a:spcBef>
              <a:spcAft>
                <a:spcPts val="0"/>
              </a:spcAft>
              <a:buClr>
                <a:schemeClr val="accent5"/>
              </a:buClr>
              <a:buSzPts val="2400"/>
              <a:buFont typeface="Verdana"/>
              <a:buNone/>
              <a:defRPr sz="2400">
                <a:solidFill>
                  <a:schemeClr val="accent5"/>
                </a:solidFill>
                <a:latin typeface="Verdana"/>
                <a:ea typeface="Verdana"/>
                <a:cs typeface="Verdana"/>
                <a:sym typeface="Verdana"/>
              </a:defRPr>
            </a:lvl5pPr>
            <a:lvl6pPr lvl="5" algn="ctr">
              <a:lnSpc>
                <a:spcPct val="100000"/>
              </a:lnSpc>
              <a:spcBef>
                <a:spcPts val="0"/>
              </a:spcBef>
              <a:spcAft>
                <a:spcPts val="0"/>
              </a:spcAft>
              <a:buClr>
                <a:schemeClr val="accent5"/>
              </a:buClr>
              <a:buSzPts val="2400"/>
              <a:buFont typeface="Verdana"/>
              <a:buNone/>
              <a:defRPr sz="2400">
                <a:solidFill>
                  <a:schemeClr val="accent5"/>
                </a:solidFill>
                <a:latin typeface="Verdana"/>
                <a:ea typeface="Verdana"/>
                <a:cs typeface="Verdana"/>
                <a:sym typeface="Verdana"/>
              </a:defRPr>
            </a:lvl6pPr>
            <a:lvl7pPr lvl="6" algn="ctr">
              <a:lnSpc>
                <a:spcPct val="100000"/>
              </a:lnSpc>
              <a:spcBef>
                <a:spcPts val="0"/>
              </a:spcBef>
              <a:spcAft>
                <a:spcPts val="0"/>
              </a:spcAft>
              <a:buClr>
                <a:schemeClr val="accent5"/>
              </a:buClr>
              <a:buSzPts val="2400"/>
              <a:buFont typeface="Verdana"/>
              <a:buNone/>
              <a:defRPr sz="2400">
                <a:solidFill>
                  <a:schemeClr val="accent5"/>
                </a:solidFill>
                <a:latin typeface="Verdana"/>
                <a:ea typeface="Verdana"/>
                <a:cs typeface="Verdana"/>
                <a:sym typeface="Verdana"/>
              </a:defRPr>
            </a:lvl7pPr>
            <a:lvl8pPr lvl="7" algn="ctr">
              <a:lnSpc>
                <a:spcPct val="100000"/>
              </a:lnSpc>
              <a:spcBef>
                <a:spcPts val="0"/>
              </a:spcBef>
              <a:spcAft>
                <a:spcPts val="0"/>
              </a:spcAft>
              <a:buClr>
                <a:schemeClr val="accent5"/>
              </a:buClr>
              <a:buSzPts val="2400"/>
              <a:buFont typeface="Verdana"/>
              <a:buNone/>
              <a:defRPr sz="2400">
                <a:solidFill>
                  <a:schemeClr val="accent5"/>
                </a:solidFill>
                <a:latin typeface="Verdana"/>
                <a:ea typeface="Verdana"/>
                <a:cs typeface="Verdana"/>
                <a:sym typeface="Verdana"/>
              </a:defRPr>
            </a:lvl8pPr>
            <a:lvl9pPr lvl="8" algn="ctr">
              <a:lnSpc>
                <a:spcPct val="100000"/>
              </a:lnSpc>
              <a:spcBef>
                <a:spcPts val="0"/>
              </a:spcBef>
              <a:spcAft>
                <a:spcPts val="0"/>
              </a:spcAft>
              <a:buClr>
                <a:schemeClr val="accent5"/>
              </a:buClr>
              <a:buSzPts val="2400"/>
              <a:buFont typeface="Verdana"/>
              <a:buNone/>
              <a:defRPr sz="2400">
                <a:solidFill>
                  <a:schemeClr val="accent5"/>
                </a:solidFill>
                <a:latin typeface="Verdana"/>
                <a:ea typeface="Verdana"/>
                <a:cs typeface="Verdana"/>
                <a:sym typeface="Verdana"/>
              </a:defRPr>
            </a:lvl9pPr>
          </a:lstStyle>
          <a:p>
            <a:endParaRPr/>
          </a:p>
        </p:txBody>
      </p:sp>
      <p:sp>
        <p:nvSpPr>
          <p:cNvPr id="15" name="Google Shape;15;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atin typeface="Verdana"/>
                <a:ea typeface="Verdana"/>
                <a:cs typeface="Verdana"/>
                <a:sym typeface="Verdana"/>
              </a:defRPr>
            </a:lvl1pPr>
            <a:lvl2pPr lvl="1">
              <a:buNone/>
              <a:defRPr>
                <a:latin typeface="Verdana"/>
                <a:ea typeface="Verdana"/>
                <a:cs typeface="Verdana"/>
                <a:sym typeface="Verdana"/>
              </a:defRPr>
            </a:lvl2pPr>
            <a:lvl3pPr lvl="2">
              <a:buNone/>
              <a:defRPr>
                <a:latin typeface="Verdana"/>
                <a:ea typeface="Verdana"/>
                <a:cs typeface="Verdana"/>
                <a:sym typeface="Verdana"/>
              </a:defRPr>
            </a:lvl3pPr>
            <a:lvl4pPr lvl="3">
              <a:buNone/>
              <a:defRPr>
                <a:latin typeface="Verdana"/>
                <a:ea typeface="Verdana"/>
                <a:cs typeface="Verdana"/>
                <a:sym typeface="Verdana"/>
              </a:defRPr>
            </a:lvl4pPr>
            <a:lvl5pPr lvl="4">
              <a:buNone/>
              <a:defRPr>
                <a:latin typeface="Verdana"/>
                <a:ea typeface="Verdana"/>
                <a:cs typeface="Verdana"/>
                <a:sym typeface="Verdana"/>
              </a:defRPr>
            </a:lvl5pPr>
            <a:lvl6pPr lvl="5">
              <a:buNone/>
              <a:defRPr>
                <a:latin typeface="Verdana"/>
                <a:ea typeface="Verdana"/>
                <a:cs typeface="Verdana"/>
                <a:sym typeface="Verdana"/>
              </a:defRPr>
            </a:lvl6pPr>
            <a:lvl7pPr lvl="6">
              <a:buNone/>
              <a:defRPr>
                <a:latin typeface="Verdana"/>
                <a:ea typeface="Verdana"/>
                <a:cs typeface="Verdana"/>
                <a:sym typeface="Verdana"/>
              </a:defRPr>
            </a:lvl7pPr>
            <a:lvl8pPr lvl="7">
              <a:buNone/>
              <a:defRPr>
                <a:latin typeface="Verdana"/>
                <a:ea typeface="Verdana"/>
                <a:cs typeface="Verdana"/>
                <a:sym typeface="Verdana"/>
              </a:defRPr>
            </a:lvl8pPr>
            <a:lvl9pPr lvl="8">
              <a:buNone/>
              <a:defRPr>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6"/>
        <p:cNvGrpSpPr/>
        <p:nvPr/>
      </p:nvGrpSpPr>
      <p:grpSpPr>
        <a:xfrm>
          <a:off x="0" y="0"/>
          <a:ext cx="0" cy="0"/>
          <a:chOff x="0" y="0"/>
          <a:chExt cx="0" cy="0"/>
        </a:xfrm>
      </p:grpSpPr>
      <p:cxnSp>
        <p:nvCxnSpPr>
          <p:cNvPr id="17" name="Google Shape;17;p3"/>
          <p:cNvCxnSpPr/>
          <p:nvPr/>
        </p:nvCxnSpPr>
        <p:spPr>
          <a:xfrm>
            <a:off x="4359602" y="2817464"/>
            <a:ext cx="424800" cy="0"/>
          </a:xfrm>
          <a:prstGeom prst="straightConnector1">
            <a:avLst/>
          </a:prstGeom>
          <a:noFill/>
          <a:ln w="38100" cap="flat" cmpd="sng">
            <a:solidFill>
              <a:srgbClr val="FDCB3B"/>
            </a:solidFill>
            <a:prstDash val="solid"/>
            <a:round/>
            <a:headEnd type="none" w="sm" len="sm"/>
            <a:tailEnd type="none" w="sm" len="sm"/>
          </a:ln>
        </p:spPr>
      </p:cxnSp>
      <p:sp>
        <p:nvSpPr>
          <p:cNvPr id="18" name="Google Shape;18;p3"/>
          <p:cNvSpPr txBox="1">
            <a:spLocks noGrp="1"/>
          </p:cNvSpPr>
          <p:nvPr>
            <p:ph type="title"/>
          </p:nvPr>
        </p:nvSpPr>
        <p:spPr>
          <a:xfrm>
            <a:off x="480750" y="1764950"/>
            <a:ext cx="8222100" cy="907500"/>
          </a:xfrm>
          <a:prstGeom prst="rect">
            <a:avLst/>
          </a:prstGeom>
        </p:spPr>
        <p:txBody>
          <a:bodyPr spcFirstLastPara="1" wrap="square" lIns="91425" tIns="91425" rIns="91425" bIns="91425" anchor="b" anchorCtr="0">
            <a:normAutofit/>
          </a:bodyPr>
          <a:lstStyle>
            <a:lvl1pPr lvl="0" algn="ctr">
              <a:spcBef>
                <a:spcPts val="0"/>
              </a:spcBef>
              <a:spcAft>
                <a:spcPts val="0"/>
              </a:spcAft>
              <a:buSzPts val="4800"/>
              <a:buFont typeface="Verdana"/>
              <a:buNone/>
              <a:defRPr sz="4800">
                <a:latin typeface="Verdana"/>
                <a:ea typeface="Verdana"/>
                <a:cs typeface="Verdana"/>
                <a:sym typeface="Verdana"/>
              </a:defRPr>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19" name="Google Shape;19;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userDrawn="1">
  <p:cSld name="TITLE_AND_TWO_COLUMNS">
    <p:spTree>
      <p:nvGrpSpPr>
        <p:cNvPr id="1" name="Shape 20"/>
        <p:cNvGrpSpPr/>
        <p:nvPr/>
      </p:nvGrpSpPr>
      <p:grpSpPr>
        <a:xfrm>
          <a:off x="0" y="0"/>
          <a:ext cx="0" cy="0"/>
          <a:chOff x="0" y="0"/>
          <a:chExt cx="0" cy="0"/>
        </a:xfrm>
      </p:grpSpPr>
      <p:cxnSp>
        <p:nvCxnSpPr>
          <p:cNvPr id="21" name="Google Shape;21;p4"/>
          <p:cNvCxnSpPr/>
          <p:nvPr/>
        </p:nvCxnSpPr>
        <p:spPr>
          <a:xfrm>
            <a:off x="492563" y="955484"/>
            <a:ext cx="424800" cy="0"/>
          </a:xfrm>
          <a:prstGeom prst="straightConnector1">
            <a:avLst/>
          </a:prstGeom>
          <a:noFill/>
          <a:ln w="38100" cap="flat" cmpd="sng">
            <a:solidFill>
              <a:srgbClr val="FDCB3B"/>
            </a:solidFill>
            <a:prstDash val="solid"/>
            <a:round/>
            <a:headEnd type="none" w="sm" len="sm"/>
            <a:tailEnd type="none" w="sm" len="sm"/>
          </a:ln>
        </p:spPr>
      </p:cxnSp>
      <p:sp>
        <p:nvSpPr>
          <p:cNvPr id="22" name="Google Shape;22;p4"/>
          <p:cNvSpPr txBox="1">
            <a:spLocks noGrp="1"/>
          </p:cNvSpPr>
          <p:nvPr>
            <p:ph type="title"/>
          </p:nvPr>
        </p:nvSpPr>
        <p:spPr>
          <a:xfrm>
            <a:off x="387900" y="153225"/>
            <a:ext cx="8368200" cy="686100"/>
          </a:xfrm>
          <a:prstGeom prst="rect">
            <a:avLst/>
          </a:prstGeom>
        </p:spPr>
        <p:txBody>
          <a:bodyPr spcFirstLastPara="1" wrap="square" lIns="91425" tIns="91425" rIns="91425" bIns="91425" anchor="b" anchorCtr="0">
            <a:normAutofit/>
          </a:bodyPr>
          <a:lstStyle>
            <a:lvl1pPr lvl="0">
              <a:spcBef>
                <a:spcPts val="0"/>
              </a:spcBef>
              <a:spcAft>
                <a:spcPts val="0"/>
              </a:spcAft>
              <a:buSzPts val="2400"/>
              <a:buFont typeface="Verdana"/>
              <a:buNone/>
              <a:defRPr sz="2400">
                <a:latin typeface="Verdana"/>
                <a:ea typeface="Verdana"/>
                <a:cs typeface="Verdana"/>
                <a:sym typeface="Verdana"/>
              </a:defRPr>
            </a:lvl1pPr>
            <a:lvl2pPr lvl="1">
              <a:spcBef>
                <a:spcPts val="0"/>
              </a:spcBef>
              <a:spcAft>
                <a:spcPts val="0"/>
              </a:spcAft>
              <a:buSzPts val="3000"/>
              <a:buFont typeface="Verdana"/>
              <a:buNone/>
              <a:defRPr>
                <a:latin typeface="Verdana"/>
                <a:ea typeface="Verdana"/>
                <a:cs typeface="Verdana"/>
                <a:sym typeface="Verdana"/>
              </a:defRPr>
            </a:lvl2pPr>
            <a:lvl3pPr lvl="2">
              <a:spcBef>
                <a:spcPts val="0"/>
              </a:spcBef>
              <a:spcAft>
                <a:spcPts val="0"/>
              </a:spcAft>
              <a:buSzPts val="3000"/>
              <a:buFont typeface="Verdana"/>
              <a:buNone/>
              <a:defRPr>
                <a:latin typeface="Verdana"/>
                <a:ea typeface="Verdana"/>
                <a:cs typeface="Verdana"/>
                <a:sym typeface="Verdana"/>
              </a:defRPr>
            </a:lvl3pPr>
            <a:lvl4pPr lvl="3">
              <a:spcBef>
                <a:spcPts val="0"/>
              </a:spcBef>
              <a:spcAft>
                <a:spcPts val="0"/>
              </a:spcAft>
              <a:buSzPts val="3000"/>
              <a:buFont typeface="Verdana"/>
              <a:buNone/>
              <a:defRPr>
                <a:latin typeface="Verdana"/>
                <a:ea typeface="Verdana"/>
                <a:cs typeface="Verdana"/>
                <a:sym typeface="Verdana"/>
              </a:defRPr>
            </a:lvl4pPr>
            <a:lvl5pPr lvl="4">
              <a:spcBef>
                <a:spcPts val="0"/>
              </a:spcBef>
              <a:spcAft>
                <a:spcPts val="0"/>
              </a:spcAft>
              <a:buSzPts val="3000"/>
              <a:buFont typeface="Verdana"/>
              <a:buNone/>
              <a:defRPr>
                <a:latin typeface="Verdana"/>
                <a:ea typeface="Verdana"/>
                <a:cs typeface="Verdana"/>
                <a:sym typeface="Verdana"/>
              </a:defRPr>
            </a:lvl5pPr>
            <a:lvl6pPr lvl="5">
              <a:spcBef>
                <a:spcPts val="0"/>
              </a:spcBef>
              <a:spcAft>
                <a:spcPts val="0"/>
              </a:spcAft>
              <a:buSzPts val="3000"/>
              <a:buFont typeface="Verdana"/>
              <a:buNone/>
              <a:defRPr>
                <a:latin typeface="Verdana"/>
                <a:ea typeface="Verdana"/>
                <a:cs typeface="Verdana"/>
                <a:sym typeface="Verdana"/>
              </a:defRPr>
            </a:lvl6pPr>
            <a:lvl7pPr lvl="6">
              <a:spcBef>
                <a:spcPts val="0"/>
              </a:spcBef>
              <a:spcAft>
                <a:spcPts val="0"/>
              </a:spcAft>
              <a:buSzPts val="3000"/>
              <a:buFont typeface="Verdana"/>
              <a:buNone/>
              <a:defRPr>
                <a:latin typeface="Verdana"/>
                <a:ea typeface="Verdana"/>
                <a:cs typeface="Verdana"/>
                <a:sym typeface="Verdana"/>
              </a:defRPr>
            </a:lvl7pPr>
            <a:lvl8pPr lvl="7">
              <a:spcBef>
                <a:spcPts val="0"/>
              </a:spcBef>
              <a:spcAft>
                <a:spcPts val="0"/>
              </a:spcAft>
              <a:buSzPts val="3000"/>
              <a:buFont typeface="Verdana"/>
              <a:buNone/>
              <a:defRPr>
                <a:latin typeface="Verdana"/>
                <a:ea typeface="Verdana"/>
                <a:cs typeface="Verdana"/>
                <a:sym typeface="Verdana"/>
              </a:defRPr>
            </a:lvl8pPr>
            <a:lvl9pPr lvl="8">
              <a:spcBef>
                <a:spcPts val="0"/>
              </a:spcBef>
              <a:spcAft>
                <a:spcPts val="0"/>
              </a:spcAft>
              <a:buSzPts val="3000"/>
              <a:buFont typeface="Verdana"/>
              <a:buNone/>
              <a:defRPr>
                <a:latin typeface="Verdana"/>
                <a:ea typeface="Verdana"/>
                <a:cs typeface="Verdana"/>
                <a:sym typeface="Verdana"/>
              </a:defRPr>
            </a:lvl9pPr>
          </a:lstStyle>
          <a:p>
            <a:endParaRPr/>
          </a:p>
        </p:txBody>
      </p:sp>
      <p:sp>
        <p:nvSpPr>
          <p:cNvPr id="23" name="Google Shape;23;p4"/>
          <p:cNvSpPr txBox="1">
            <a:spLocks noGrp="1"/>
          </p:cNvSpPr>
          <p:nvPr>
            <p:ph type="body" idx="1"/>
          </p:nvPr>
        </p:nvSpPr>
        <p:spPr>
          <a:xfrm>
            <a:off x="387900" y="1489825"/>
            <a:ext cx="3999900" cy="30789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Font typeface="Verdana"/>
              <a:buChar char="●"/>
              <a:defRPr sz="1400">
                <a:latin typeface="Verdana"/>
                <a:ea typeface="Verdana"/>
                <a:cs typeface="Verdana"/>
                <a:sym typeface="Verdana"/>
              </a:defRPr>
            </a:lvl1pPr>
            <a:lvl2pPr marL="914400" lvl="1" indent="-304800">
              <a:spcBef>
                <a:spcPts val="0"/>
              </a:spcBef>
              <a:spcAft>
                <a:spcPts val="0"/>
              </a:spcAft>
              <a:buSzPts val="1200"/>
              <a:buFont typeface="Verdana"/>
              <a:buChar char="○"/>
              <a:defRPr sz="1200">
                <a:latin typeface="Verdana"/>
                <a:ea typeface="Verdana"/>
                <a:cs typeface="Verdana"/>
                <a:sym typeface="Verdana"/>
              </a:defRPr>
            </a:lvl2pPr>
            <a:lvl3pPr marL="1371600" lvl="2" indent="-304800">
              <a:spcBef>
                <a:spcPts val="0"/>
              </a:spcBef>
              <a:spcAft>
                <a:spcPts val="0"/>
              </a:spcAft>
              <a:buSzPts val="1200"/>
              <a:buFont typeface="Verdana"/>
              <a:buChar char="■"/>
              <a:defRPr sz="1200">
                <a:latin typeface="Verdana"/>
                <a:ea typeface="Verdana"/>
                <a:cs typeface="Verdana"/>
                <a:sym typeface="Verdana"/>
              </a:defRPr>
            </a:lvl3pPr>
            <a:lvl4pPr marL="1828800" lvl="3" indent="-304800">
              <a:spcBef>
                <a:spcPts val="0"/>
              </a:spcBef>
              <a:spcAft>
                <a:spcPts val="0"/>
              </a:spcAft>
              <a:buSzPts val="1200"/>
              <a:buFont typeface="Verdana"/>
              <a:buChar char="●"/>
              <a:defRPr sz="1200">
                <a:latin typeface="Verdana"/>
                <a:ea typeface="Verdana"/>
                <a:cs typeface="Verdana"/>
                <a:sym typeface="Verdana"/>
              </a:defRPr>
            </a:lvl4pPr>
            <a:lvl5pPr marL="2286000" lvl="4" indent="-304800">
              <a:spcBef>
                <a:spcPts val="0"/>
              </a:spcBef>
              <a:spcAft>
                <a:spcPts val="0"/>
              </a:spcAft>
              <a:buSzPts val="1200"/>
              <a:buFont typeface="Verdana"/>
              <a:buChar char="○"/>
              <a:defRPr sz="1200">
                <a:latin typeface="Verdana"/>
                <a:ea typeface="Verdana"/>
                <a:cs typeface="Verdana"/>
                <a:sym typeface="Verdana"/>
              </a:defRPr>
            </a:lvl5pPr>
            <a:lvl6pPr marL="2743200" lvl="5" indent="-304800">
              <a:spcBef>
                <a:spcPts val="0"/>
              </a:spcBef>
              <a:spcAft>
                <a:spcPts val="0"/>
              </a:spcAft>
              <a:buSzPts val="1200"/>
              <a:buFont typeface="Verdana"/>
              <a:buChar char="■"/>
              <a:defRPr sz="1200">
                <a:latin typeface="Verdana"/>
                <a:ea typeface="Verdana"/>
                <a:cs typeface="Verdana"/>
                <a:sym typeface="Verdana"/>
              </a:defRPr>
            </a:lvl6pPr>
            <a:lvl7pPr marL="3200400" lvl="6" indent="-304800">
              <a:spcBef>
                <a:spcPts val="0"/>
              </a:spcBef>
              <a:spcAft>
                <a:spcPts val="0"/>
              </a:spcAft>
              <a:buSzPts val="1200"/>
              <a:buFont typeface="Verdana"/>
              <a:buChar char="●"/>
              <a:defRPr sz="1200">
                <a:latin typeface="Verdana"/>
                <a:ea typeface="Verdana"/>
                <a:cs typeface="Verdana"/>
                <a:sym typeface="Verdana"/>
              </a:defRPr>
            </a:lvl7pPr>
            <a:lvl8pPr marL="3657600" lvl="7" indent="-304800">
              <a:spcBef>
                <a:spcPts val="0"/>
              </a:spcBef>
              <a:spcAft>
                <a:spcPts val="0"/>
              </a:spcAft>
              <a:buSzPts val="1200"/>
              <a:buFont typeface="Verdana"/>
              <a:buChar char="○"/>
              <a:defRPr sz="1200">
                <a:latin typeface="Verdana"/>
                <a:ea typeface="Verdana"/>
                <a:cs typeface="Verdana"/>
                <a:sym typeface="Verdana"/>
              </a:defRPr>
            </a:lvl8pPr>
            <a:lvl9pPr marL="4114800" lvl="8" indent="-304800">
              <a:spcBef>
                <a:spcPts val="0"/>
              </a:spcBef>
              <a:spcAft>
                <a:spcPts val="0"/>
              </a:spcAft>
              <a:buSzPts val="1200"/>
              <a:buFont typeface="Verdana"/>
              <a:buChar char="■"/>
              <a:defRPr sz="1200">
                <a:latin typeface="Verdana"/>
                <a:ea typeface="Verdana"/>
                <a:cs typeface="Verdana"/>
                <a:sym typeface="Verdana"/>
              </a:defRPr>
            </a:lvl9pPr>
          </a:lstStyle>
          <a:p>
            <a:endParaRPr/>
          </a:p>
        </p:txBody>
      </p:sp>
      <p:sp>
        <p:nvSpPr>
          <p:cNvPr id="24" name="Google Shape;24;p4"/>
          <p:cNvSpPr txBox="1">
            <a:spLocks noGrp="1"/>
          </p:cNvSpPr>
          <p:nvPr>
            <p:ph type="body" idx="2"/>
          </p:nvPr>
        </p:nvSpPr>
        <p:spPr>
          <a:xfrm>
            <a:off x="4756200" y="1489825"/>
            <a:ext cx="3999900" cy="30789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Font typeface="Verdana"/>
              <a:buChar char="●"/>
              <a:defRPr sz="1400">
                <a:latin typeface="Verdana"/>
                <a:ea typeface="Verdana"/>
                <a:cs typeface="Verdana"/>
                <a:sym typeface="Verdana"/>
              </a:defRPr>
            </a:lvl1pPr>
            <a:lvl2pPr marL="914400" lvl="1" indent="-304800">
              <a:spcBef>
                <a:spcPts val="0"/>
              </a:spcBef>
              <a:spcAft>
                <a:spcPts val="0"/>
              </a:spcAft>
              <a:buSzPts val="1200"/>
              <a:buFont typeface="Verdana"/>
              <a:buChar char="○"/>
              <a:defRPr sz="1200">
                <a:latin typeface="Verdana"/>
                <a:ea typeface="Verdana"/>
                <a:cs typeface="Verdana"/>
                <a:sym typeface="Verdana"/>
              </a:defRPr>
            </a:lvl2pPr>
            <a:lvl3pPr marL="1371600" lvl="2" indent="-304800">
              <a:spcBef>
                <a:spcPts val="0"/>
              </a:spcBef>
              <a:spcAft>
                <a:spcPts val="0"/>
              </a:spcAft>
              <a:buSzPts val="1200"/>
              <a:buFont typeface="Verdana"/>
              <a:buChar char="■"/>
              <a:defRPr sz="1200">
                <a:latin typeface="Verdana"/>
                <a:ea typeface="Verdana"/>
                <a:cs typeface="Verdana"/>
                <a:sym typeface="Verdana"/>
              </a:defRPr>
            </a:lvl3pPr>
            <a:lvl4pPr marL="1828800" lvl="3" indent="-304800">
              <a:spcBef>
                <a:spcPts val="0"/>
              </a:spcBef>
              <a:spcAft>
                <a:spcPts val="0"/>
              </a:spcAft>
              <a:buSzPts val="1200"/>
              <a:buFont typeface="Verdana"/>
              <a:buChar char="●"/>
              <a:defRPr sz="1200">
                <a:latin typeface="Verdana"/>
                <a:ea typeface="Verdana"/>
                <a:cs typeface="Verdana"/>
                <a:sym typeface="Verdana"/>
              </a:defRPr>
            </a:lvl4pPr>
            <a:lvl5pPr marL="2286000" lvl="4" indent="-304800">
              <a:spcBef>
                <a:spcPts val="0"/>
              </a:spcBef>
              <a:spcAft>
                <a:spcPts val="0"/>
              </a:spcAft>
              <a:buSzPts val="1200"/>
              <a:buFont typeface="Verdana"/>
              <a:buChar char="○"/>
              <a:defRPr sz="1200">
                <a:latin typeface="Verdana"/>
                <a:ea typeface="Verdana"/>
                <a:cs typeface="Verdana"/>
                <a:sym typeface="Verdana"/>
              </a:defRPr>
            </a:lvl5pPr>
            <a:lvl6pPr marL="2743200" lvl="5" indent="-304800">
              <a:spcBef>
                <a:spcPts val="0"/>
              </a:spcBef>
              <a:spcAft>
                <a:spcPts val="0"/>
              </a:spcAft>
              <a:buSzPts val="1200"/>
              <a:buFont typeface="Verdana"/>
              <a:buChar char="■"/>
              <a:defRPr sz="1200">
                <a:latin typeface="Verdana"/>
                <a:ea typeface="Verdana"/>
                <a:cs typeface="Verdana"/>
                <a:sym typeface="Verdana"/>
              </a:defRPr>
            </a:lvl6pPr>
            <a:lvl7pPr marL="3200400" lvl="6" indent="-304800">
              <a:spcBef>
                <a:spcPts val="0"/>
              </a:spcBef>
              <a:spcAft>
                <a:spcPts val="0"/>
              </a:spcAft>
              <a:buSzPts val="1200"/>
              <a:buFont typeface="Verdana"/>
              <a:buChar char="●"/>
              <a:defRPr sz="1200">
                <a:latin typeface="Verdana"/>
                <a:ea typeface="Verdana"/>
                <a:cs typeface="Verdana"/>
                <a:sym typeface="Verdana"/>
              </a:defRPr>
            </a:lvl7pPr>
            <a:lvl8pPr marL="3657600" lvl="7" indent="-304800">
              <a:spcBef>
                <a:spcPts val="0"/>
              </a:spcBef>
              <a:spcAft>
                <a:spcPts val="0"/>
              </a:spcAft>
              <a:buSzPts val="1200"/>
              <a:buFont typeface="Verdana"/>
              <a:buChar char="○"/>
              <a:defRPr sz="1200">
                <a:latin typeface="Verdana"/>
                <a:ea typeface="Verdana"/>
                <a:cs typeface="Verdana"/>
                <a:sym typeface="Verdana"/>
              </a:defRPr>
            </a:lvl8pPr>
            <a:lvl9pPr marL="4114800" lvl="8" indent="-304800">
              <a:spcBef>
                <a:spcPts val="0"/>
              </a:spcBef>
              <a:spcAft>
                <a:spcPts val="0"/>
              </a:spcAft>
              <a:buSzPts val="1200"/>
              <a:buFont typeface="Verdana"/>
              <a:buChar char="■"/>
              <a:defRPr sz="1200">
                <a:latin typeface="Verdana"/>
                <a:ea typeface="Verdana"/>
                <a:cs typeface="Verdana"/>
                <a:sym typeface="Verdana"/>
              </a:defRPr>
            </a:lvl9pPr>
          </a:lstStyle>
          <a:p>
            <a:endParaRPr/>
          </a:p>
        </p:txBody>
      </p:sp>
      <p:sp>
        <p:nvSpPr>
          <p:cNvPr id="25" name="Google Shape;25;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atin typeface="Verdana"/>
                <a:ea typeface="Verdana"/>
                <a:cs typeface="Verdana"/>
                <a:sym typeface="Verdana"/>
              </a:defRPr>
            </a:lvl1pPr>
            <a:lvl2pPr lvl="1">
              <a:buNone/>
              <a:defRPr>
                <a:latin typeface="Verdana"/>
                <a:ea typeface="Verdana"/>
                <a:cs typeface="Verdana"/>
                <a:sym typeface="Verdana"/>
              </a:defRPr>
            </a:lvl2pPr>
            <a:lvl3pPr lvl="2">
              <a:buNone/>
              <a:defRPr>
                <a:latin typeface="Verdana"/>
                <a:ea typeface="Verdana"/>
                <a:cs typeface="Verdana"/>
                <a:sym typeface="Verdana"/>
              </a:defRPr>
            </a:lvl3pPr>
            <a:lvl4pPr lvl="3">
              <a:buNone/>
              <a:defRPr>
                <a:latin typeface="Verdana"/>
                <a:ea typeface="Verdana"/>
                <a:cs typeface="Verdana"/>
                <a:sym typeface="Verdana"/>
              </a:defRPr>
            </a:lvl4pPr>
            <a:lvl5pPr lvl="4">
              <a:buNone/>
              <a:defRPr>
                <a:latin typeface="Verdana"/>
                <a:ea typeface="Verdana"/>
                <a:cs typeface="Verdana"/>
                <a:sym typeface="Verdana"/>
              </a:defRPr>
            </a:lvl5pPr>
            <a:lvl6pPr lvl="5">
              <a:buNone/>
              <a:defRPr>
                <a:latin typeface="Verdana"/>
                <a:ea typeface="Verdana"/>
                <a:cs typeface="Verdana"/>
                <a:sym typeface="Verdana"/>
              </a:defRPr>
            </a:lvl6pPr>
            <a:lvl7pPr lvl="6">
              <a:buNone/>
              <a:defRPr>
                <a:latin typeface="Verdana"/>
                <a:ea typeface="Verdana"/>
                <a:cs typeface="Verdana"/>
                <a:sym typeface="Verdana"/>
              </a:defRPr>
            </a:lvl7pPr>
            <a:lvl8pPr lvl="7">
              <a:buNone/>
              <a:defRPr>
                <a:latin typeface="Verdana"/>
                <a:ea typeface="Verdana"/>
                <a:cs typeface="Verdana"/>
                <a:sym typeface="Verdana"/>
              </a:defRPr>
            </a:lvl8pPr>
            <a:lvl9pPr lvl="8">
              <a:buNone/>
              <a:defRPr>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
              <a:t>‹#›</a:t>
            </a:fld>
            <a:endParaRPr/>
          </a:p>
        </p:txBody>
      </p:sp>
      <p:sp>
        <p:nvSpPr>
          <p:cNvPr id="26" name="Google Shape;26;p4"/>
          <p:cNvSpPr txBox="1">
            <a:spLocks noGrp="1"/>
          </p:cNvSpPr>
          <p:nvPr>
            <p:ph type="body" idx="3"/>
          </p:nvPr>
        </p:nvSpPr>
        <p:spPr>
          <a:xfrm>
            <a:off x="4756200" y="3775825"/>
            <a:ext cx="3999900" cy="342600"/>
          </a:xfrm>
          <a:prstGeom prst="rect">
            <a:avLst/>
          </a:prstGeom>
        </p:spPr>
        <p:txBody>
          <a:bodyPr spcFirstLastPara="1" wrap="square" lIns="91425" tIns="91425" rIns="91425" bIns="91425" anchor="t" anchorCtr="0">
            <a:normAutofit/>
          </a:bodyPr>
          <a:lstStyle>
            <a:lvl1pPr marL="457200" lvl="0" indent="-298450" algn="r" rtl="0">
              <a:spcBef>
                <a:spcPts val="0"/>
              </a:spcBef>
              <a:spcAft>
                <a:spcPts val="0"/>
              </a:spcAft>
              <a:buSzPts val="1100"/>
              <a:buFont typeface="Verdana"/>
              <a:buChar char="●"/>
              <a:defRPr sz="1100">
                <a:latin typeface="Verdana"/>
                <a:ea typeface="Verdana"/>
                <a:cs typeface="Verdana"/>
                <a:sym typeface="Verdana"/>
              </a:defRPr>
            </a:lvl1pPr>
            <a:lvl2pPr marL="914400" lvl="1" indent="-279400" algn="r" rtl="0">
              <a:spcBef>
                <a:spcPts val="0"/>
              </a:spcBef>
              <a:spcAft>
                <a:spcPts val="0"/>
              </a:spcAft>
              <a:buSzPts val="800"/>
              <a:buFont typeface="Verdana"/>
              <a:buChar char="○"/>
              <a:defRPr sz="800">
                <a:latin typeface="Verdana"/>
                <a:ea typeface="Verdana"/>
                <a:cs typeface="Verdana"/>
                <a:sym typeface="Verdana"/>
              </a:defRPr>
            </a:lvl2pPr>
            <a:lvl3pPr marL="1371600" lvl="2" indent="-279400" algn="r" rtl="0">
              <a:spcBef>
                <a:spcPts val="0"/>
              </a:spcBef>
              <a:spcAft>
                <a:spcPts val="0"/>
              </a:spcAft>
              <a:buSzPts val="800"/>
              <a:buFont typeface="Verdana"/>
              <a:buChar char="■"/>
              <a:defRPr sz="800">
                <a:latin typeface="Verdana"/>
                <a:ea typeface="Verdana"/>
                <a:cs typeface="Verdana"/>
                <a:sym typeface="Verdana"/>
              </a:defRPr>
            </a:lvl3pPr>
            <a:lvl4pPr marL="1828800" lvl="3" indent="-279400" algn="r" rtl="0">
              <a:spcBef>
                <a:spcPts val="0"/>
              </a:spcBef>
              <a:spcAft>
                <a:spcPts val="0"/>
              </a:spcAft>
              <a:buSzPts val="800"/>
              <a:buFont typeface="Verdana"/>
              <a:buChar char="●"/>
              <a:defRPr sz="800">
                <a:latin typeface="Verdana"/>
                <a:ea typeface="Verdana"/>
                <a:cs typeface="Verdana"/>
                <a:sym typeface="Verdana"/>
              </a:defRPr>
            </a:lvl4pPr>
            <a:lvl5pPr marL="2286000" lvl="4" indent="-279400" algn="r" rtl="0">
              <a:spcBef>
                <a:spcPts val="0"/>
              </a:spcBef>
              <a:spcAft>
                <a:spcPts val="0"/>
              </a:spcAft>
              <a:buSzPts val="800"/>
              <a:buFont typeface="Verdana"/>
              <a:buChar char="○"/>
              <a:defRPr sz="800">
                <a:latin typeface="Verdana"/>
                <a:ea typeface="Verdana"/>
                <a:cs typeface="Verdana"/>
                <a:sym typeface="Verdana"/>
              </a:defRPr>
            </a:lvl5pPr>
            <a:lvl6pPr marL="2743200" lvl="5" indent="-279400" algn="r" rtl="0">
              <a:spcBef>
                <a:spcPts val="0"/>
              </a:spcBef>
              <a:spcAft>
                <a:spcPts val="0"/>
              </a:spcAft>
              <a:buSzPts val="800"/>
              <a:buFont typeface="Verdana"/>
              <a:buChar char="■"/>
              <a:defRPr sz="800">
                <a:latin typeface="Verdana"/>
                <a:ea typeface="Verdana"/>
                <a:cs typeface="Verdana"/>
                <a:sym typeface="Verdana"/>
              </a:defRPr>
            </a:lvl6pPr>
            <a:lvl7pPr marL="3200400" lvl="6" indent="-279400" algn="r" rtl="0">
              <a:spcBef>
                <a:spcPts val="0"/>
              </a:spcBef>
              <a:spcAft>
                <a:spcPts val="0"/>
              </a:spcAft>
              <a:buSzPts val="800"/>
              <a:buFont typeface="Verdana"/>
              <a:buChar char="●"/>
              <a:defRPr sz="800">
                <a:latin typeface="Verdana"/>
                <a:ea typeface="Verdana"/>
                <a:cs typeface="Verdana"/>
                <a:sym typeface="Verdana"/>
              </a:defRPr>
            </a:lvl7pPr>
            <a:lvl8pPr marL="3657600" lvl="7" indent="-279400" algn="r" rtl="0">
              <a:spcBef>
                <a:spcPts val="0"/>
              </a:spcBef>
              <a:spcAft>
                <a:spcPts val="0"/>
              </a:spcAft>
              <a:buSzPts val="800"/>
              <a:buFont typeface="Verdana"/>
              <a:buChar char="○"/>
              <a:defRPr sz="800">
                <a:latin typeface="Verdana"/>
                <a:ea typeface="Verdana"/>
                <a:cs typeface="Verdana"/>
                <a:sym typeface="Verdana"/>
              </a:defRPr>
            </a:lvl8pPr>
            <a:lvl9pPr marL="4114800" lvl="8" indent="-279400" algn="r" rtl="0">
              <a:spcBef>
                <a:spcPts val="0"/>
              </a:spcBef>
              <a:spcAft>
                <a:spcPts val="0"/>
              </a:spcAft>
              <a:buSzPts val="800"/>
              <a:buFont typeface="Verdana"/>
              <a:buChar char="■"/>
              <a:defRPr sz="800">
                <a:latin typeface="Verdana"/>
                <a:ea typeface="Verdana"/>
                <a:cs typeface="Verdana"/>
                <a:sym typeface="Verdana"/>
              </a:defRPr>
            </a:lvl9pPr>
          </a:lstStyle>
          <a:p>
            <a:endParaRPr/>
          </a:p>
        </p:txBody>
      </p:sp>
      <p:sp>
        <p:nvSpPr>
          <p:cNvPr id="2" name="Google Shape;32;p5">
            <a:extLst>
              <a:ext uri="{FF2B5EF4-FFF2-40B4-BE49-F238E27FC236}">
                <a16:creationId xmlns:a16="http://schemas.microsoft.com/office/drawing/2014/main" id="{AABE2EBA-005E-0CE7-7FCD-7CFFF7D7E901}"/>
              </a:ext>
            </a:extLst>
          </p:cNvPr>
          <p:cNvSpPr txBox="1">
            <a:spLocks noGrp="1"/>
          </p:cNvSpPr>
          <p:nvPr>
            <p:ph type="subTitle" idx="13"/>
          </p:nvPr>
        </p:nvSpPr>
        <p:spPr>
          <a:xfrm>
            <a:off x="386975" y="1016400"/>
            <a:ext cx="8368200" cy="8427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800"/>
              <a:buFont typeface="Verdana"/>
              <a:buNone/>
              <a:defRPr sz="1800">
                <a:latin typeface="Verdana"/>
                <a:ea typeface="Verdana"/>
                <a:cs typeface="Verdana"/>
                <a:sym typeface="Verdana"/>
              </a:defRPr>
            </a:lvl1pPr>
            <a:lvl2pPr lvl="1"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2pPr>
            <a:lvl3pPr lvl="2"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3pPr>
            <a:lvl4pPr lvl="3"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4pPr>
            <a:lvl5pPr lvl="4"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5pPr>
            <a:lvl6pPr lvl="5"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6pPr>
            <a:lvl7pPr lvl="6"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7pPr>
            <a:lvl8pPr lvl="7"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8pPr>
            <a:lvl9pPr lvl="8"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9pPr>
          </a:lstStyle>
          <a:p>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7"/>
        <p:cNvGrpSpPr/>
        <p:nvPr/>
      </p:nvGrpSpPr>
      <p:grpSpPr>
        <a:xfrm>
          <a:off x="0" y="0"/>
          <a:ext cx="0" cy="0"/>
          <a:chOff x="0" y="0"/>
          <a:chExt cx="0" cy="0"/>
        </a:xfrm>
      </p:grpSpPr>
      <p:cxnSp>
        <p:nvCxnSpPr>
          <p:cNvPr id="28" name="Google Shape;28;p5"/>
          <p:cNvCxnSpPr/>
          <p:nvPr/>
        </p:nvCxnSpPr>
        <p:spPr>
          <a:xfrm>
            <a:off x="492563" y="955484"/>
            <a:ext cx="424800" cy="0"/>
          </a:xfrm>
          <a:prstGeom prst="straightConnector1">
            <a:avLst/>
          </a:prstGeom>
          <a:noFill/>
          <a:ln w="38100" cap="flat" cmpd="sng">
            <a:solidFill>
              <a:srgbClr val="FDCB3B"/>
            </a:solidFill>
            <a:prstDash val="solid"/>
            <a:round/>
            <a:headEnd type="none" w="sm" len="sm"/>
            <a:tailEnd type="none" w="sm" len="sm"/>
          </a:ln>
        </p:spPr>
      </p:cxnSp>
      <p:sp>
        <p:nvSpPr>
          <p:cNvPr id="29" name="Google Shape;29;p5"/>
          <p:cNvSpPr txBox="1">
            <a:spLocks noGrp="1"/>
          </p:cNvSpPr>
          <p:nvPr>
            <p:ph type="title"/>
          </p:nvPr>
        </p:nvSpPr>
        <p:spPr>
          <a:xfrm>
            <a:off x="387900" y="153225"/>
            <a:ext cx="8368200" cy="686100"/>
          </a:xfrm>
          <a:prstGeom prst="rect">
            <a:avLst/>
          </a:prstGeom>
        </p:spPr>
        <p:txBody>
          <a:bodyPr spcFirstLastPara="1" wrap="square" lIns="91425" tIns="91425" rIns="91425" bIns="91425" anchor="b" anchorCtr="0">
            <a:normAutofit/>
          </a:bodyPr>
          <a:lstStyle>
            <a:lvl1pPr lvl="0" rtl="0">
              <a:spcBef>
                <a:spcPts val="0"/>
              </a:spcBef>
              <a:spcAft>
                <a:spcPts val="0"/>
              </a:spcAft>
              <a:buSzPts val="2400"/>
              <a:buFont typeface="Verdana"/>
              <a:buNone/>
              <a:defRPr sz="2400">
                <a:latin typeface="Verdana"/>
                <a:ea typeface="Verdana"/>
                <a:cs typeface="Verdana"/>
                <a:sym typeface="Verdana"/>
              </a:defRPr>
            </a:lvl1pPr>
            <a:lvl2pPr lvl="1" rtl="0">
              <a:spcBef>
                <a:spcPts val="0"/>
              </a:spcBef>
              <a:spcAft>
                <a:spcPts val="0"/>
              </a:spcAft>
              <a:buSzPts val="3000"/>
              <a:buFont typeface="Verdana"/>
              <a:buNone/>
              <a:defRPr>
                <a:latin typeface="Verdana"/>
                <a:ea typeface="Verdana"/>
                <a:cs typeface="Verdana"/>
                <a:sym typeface="Verdana"/>
              </a:defRPr>
            </a:lvl2pPr>
            <a:lvl3pPr lvl="2" rtl="0">
              <a:spcBef>
                <a:spcPts val="0"/>
              </a:spcBef>
              <a:spcAft>
                <a:spcPts val="0"/>
              </a:spcAft>
              <a:buSzPts val="3000"/>
              <a:buFont typeface="Verdana"/>
              <a:buNone/>
              <a:defRPr>
                <a:latin typeface="Verdana"/>
                <a:ea typeface="Verdana"/>
                <a:cs typeface="Verdana"/>
                <a:sym typeface="Verdana"/>
              </a:defRPr>
            </a:lvl3pPr>
            <a:lvl4pPr lvl="3" rtl="0">
              <a:spcBef>
                <a:spcPts val="0"/>
              </a:spcBef>
              <a:spcAft>
                <a:spcPts val="0"/>
              </a:spcAft>
              <a:buSzPts val="3000"/>
              <a:buFont typeface="Verdana"/>
              <a:buNone/>
              <a:defRPr>
                <a:latin typeface="Verdana"/>
                <a:ea typeface="Verdana"/>
                <a:cs typeface="Verdana"/>
                <a:sym typeface="Verdana"/>
              </a:defRPr>
            </a:lvl4pPr>
            <a:lvl5pPr lvl="4" rtl="0">
              <a:spcBef>
                <a:spcPts val="0"/>
              </a:spcBef>
              <a:spcAft>
                <a:spcPts val="0"/>
              </a:spcAft>
              <a:buSzPts val="3000"/>
              <a:buFont typeface="Verdana"/>
              <a:buNone/>
              <a:defRPr>
                <a:latin typeface="Verdana"/>
                <a:ea typeface="Verdana"/>
                <a:cs typeface="Verdana"/>
                <a:sym typeface="Verdana"/>
              </a:defRPr>
            </a:lvl5pPr>
            <a:lvl6pPr lvl="5" rtl="0">
              <a:spcBef>
                <a:spcPts val="0"/>
              </a:spcBef>
              <a:spcAft>
                <a:spcPts val="0"/>
              </a:spcAft>
              <a:buSzPts val="3000"/>
              <a:buFont typeface="Verdana"/>
              <a:buNone/>
              <a:defRPr>
                <a:latin typeface="Verdana"/>
                <a:ea typeface="Verdana"/>
                <a:cs typeface="Verdana"/>
                <a:sym typeface="Verdana"/>
              </a:defRPr>
            </a:lvl6pPr>
            <a:lvl7pPr lvl="6" rtl="0">
              <a:spcBef>
                <a:spcPts val="0"/>
              </a:spcBef>
              <a:spcAft>
                <a:spcPts val="0"/>
              </a:spcAft>
              <a:buSzPts val="3000"/>
              <a:buFont typeface="Verdana"/>
              <a:buNone/>
              <a:defRPr>
                <a:latin typeface="Verdana"/>
                <a:ea typeface="Verdana"/>
                <a:cs typeface="Verdana"/>
                <a:sym typeface="Verdana"/>
              </a:defRPr>
            </a:lvl7pPr>
            <a:lvl8pPr lvl="7" rtl="0">
              <a:spcBef>
                <a:spcPts val="0"/>
              </a:spcBef>
              <a:spcAft>
                <a:spcPts val="0"/>
              </a:spcAft>
              <a:buSzPts val="3000"/>
              <a:buFont typeface="Verdana"/>
              <a:buNone/>
              <a:defRPr>
                <a:latin typeface="Verdana"/>
                <a:ea typeface="Verdana"/>
                <a:cs typeface="Verdana"/>
                <a:sym typeface="Verdana"/>
              </a:defRPr>
            </a:lvl8pPr>
            <a:lvl9pPr lvl="8" rtl="0">
              <a:spcBef>
                <a:spcPts val="0"/>
              </a:spcBef>
              <a:spcAft>
                <a:spcPts val="0"/>
              </a:spcAft>
              <a:buSzPts val="3000"/>
              <a:buFont typeface="Verdana"/>
              <a:buNone/>
              <a:defRPr>
                <a:latin typeface="Verdana"/>
                <a:ea typeface="Verdana"/>
                <a:cs typeface="Verdana"/>
                <a:sym typeface="Verdana"/>
              </a:defRPr>
            </a:lvl9pPr>
          </a:lstStyle>
          <a:p>
            <a:endParaRPr/>
          </a:p>
        </p:txBody>
      </p:sp>
      <p:sp>
        <p:nvSpPr>
          <p:cNvPr id="30" name="Google Shape;30;p5"/>
          <p:cNvSpPr txBox="1">
            <a:spLocks noGrp="1"/>
          </p:cNvSpPr>
          <p:nvPr>
            <p:ph type="body" idx="1"/>
          </p:nvPr>
        </p:nvSpPr>
        <p:spPr>
          <a:xfrm>
            <a:off x="387900" y="1489824"/>
            <a:ext cx="8368200" cy="30789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Font typeface="Verdana"/>
              <a:buChar char="●"/>
              <a:defRPr sz="1400">
                <a:latin typeface="Verdana"/>
                <a:ea typeface="Verdana"/>
                <a:cs typeface="Verdana"/>
                <a:sym typeface="Verdana"/>
              </a:defRPr>
            </a:lvl1pPr>
            <a:lvl2pPr marL="914400" lvl="1" indent="-317500" rtl="0">
              <a:spcBef>
                <a:spcPts val="0"/>
              </a:spcBef>
              <a:spcAft>
                <a:spcPts val="0"/>
              </a:spcAft>
              <a:buSzPts val="1400"/>
              <a:buFont typeface="Verdana"/>
              <a:buChar char="○"/>
              <a:defRPr>
                <a:latin typeface="Verdana"/>
                <a:ea typeface="Verdana"/>
                <a:cs typeface="Verdana"/>
                <a:sym typeface="Verdana"/>
              </a:defRPr>
            </a:lvl2pPr>
            <a:lvl3pPr marL="1371600" lvl="2" indent="-317500" rtl="0">
              <a:spcBef>
                <a:spcPts val="0"/>
              </a:spcBef>
              <a:spcAft>
                <a:spcPts val="0"/>
              </a:spcAft>
              <a:buSzPts val="1400"/>
              <a:buFont typeface="Verdana"/>
              <a:buChar char="■"/>
              <a:defRPr>
                <a:latin typeface="Verdana"/>
                <a:ea typeface="Verdana"/>
                <a:cs typeface="Verdana"/>
                <a:sym typeface="Verdana"/>
              </a:defRPr>
            </a:lvl3pPr>
            <a:lvl4pPr marL="1828800" lvl="3" indent="-317500" rtl="0">
              <a:spcBef>
                <a:spcPts val="0"/>
              </a:spcBef>
              <a:spcAft>
                <a:spcPts val="0"/>
              </a:spcAft>
              <a:buSzPts val="1400"/>
              <a:buFont typeface="Verdana"/>
              <a:buChar char="●"/>
              <a:defRPr>
                <a:latin typeface="Verdana"/>
                <a:ea typeface="Verdana"/>
                <a:cs typeface="Verdana"/>
                <a:sym typeface="Verdana"/>
              </a:defRPr>
            </a:lvl4pPr>
            <a:lvl5pPr marL="2286000" lvl="4" indent="-317500" rtl="0">
              <a:spcBef>
                <a:spcPts val="0"/>
              </a:spcBef>
              <a:spcAft>
                <a:spcPts val="0"/>
              </a:spcAft>
              <a:buSzPts val="1400"/>
              <a:buFont typeface="Verdana"/>
              <a:buChar char="○"/>
              <a:defRPr>
                <a:latin typeface="Verdana"/>
                <a:ea typeface="Verdana"/>
                <a:cs typeface="Verdana"/>
                <a:sym typeface="Verdana"/>
              </a:defRPr>
            </a:lvl5pPr>
            <a:lvl6pPr marL="2743200" lvl="5" indent="-317500" rtl="0">
              <a:spcBef>
                <a:spcPts val="0"/>
              </a:spcBef>
              <a:spcAft>
                <a:spcPts val="0"/>
              </a:spcAft>
              <a:buSzPts val="1400"/>
              <a:buFont typeface="Verdana"/>
              <a:buChar char="■"/>
              <a:defRPr>
                <a:latin typeface="Verdana"/>
                <a:ea typeface="Verdana"/>
                <a:cs typeface="Verdana"/>
                <a:sym typeface="Verdana"/>
              </a:defRPr>
            </a:lvl6pPr>
            <a:lvl7pPr marL="3200400" lvl="6" indent="-317500" rtl="0">
              <a:spcBef>
                <a:spcPts val="0"/>
              </a:spcBef>
              <a:spcAft>
                <a:spcPts val="0"/>
              </a:spcAft>
              <a:buSzPts val="1400"/>
              <a:buFont typeface="Verdana"/>
              <a:buChar char="●"/>
              <a:defRPr>
                <a:latin typeface="Verdana"/>
                <a:ea typeface="Verdana"/>
                <a:cs typeface="Verdana"/>
                <a:sym typeface="Verdana"/>
              </a:defRPr>
            </a:lvl7pPr>
            <a:lvl8pPr marL="3657600" lvl="7" indent="-317500" rtl="0">
              <a:spcBef>
                <a:spcPts val="0"/>
              </a:spcBef>
              <a:spcAft>
                <a:spcPts val="0"/>
              </a:spcAft>
              <a:buSzPts val="1400"/>
              <a:buFont typeface="Verdana"/>
              <a:buChar char="○"/>
              <a:defRPr>
                <a:latin typeface="Verdana"/>
                <a:ea typeface="Verdana"/>
                <a:cs typeface="Verdana"/>
                <a:sym typeface="Verdana"/>
              </a:defRPr>
            </a:lvl8pPr>
            <a:lvl9pPr marL="4114800" lvl="8" indent="-317500" rtl="0">
              <a:spcBef>
                <a:spcPts val="0"/>
              </a:spcBef>
              <a:spcAft>
                <a:spcPts val="0"/>
              </a:spcAft>
              <a:buSzPts val="1400"/>
              <a:buFont typeface="Verdana"/>
              <a:buChar char="■"/>
              <a:defRPr>
                <a:latin typeface="Verdana"/>
                <a:ea typeface="Verdana"/>
                <a:cs typeface="Verdana"/>
                <a:sym typeface="Verdana"/>
              </a:defRPr>
            </a:lvl9pPr>
          </a:lstStyle>
          <a:p>
            <a:endParaRPr dirty="0"/>
          </a:p>
        </p:txBody>
      </p:sp>
      <p:sp>
        <p:nvSpPr>
          <p:cNvPr id="31" name="Google Shape;31;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atin typeface="Verdana"/>
                <a:ea typeface="Verdana"/>
                <a:cs typeface="Verdana"/>
                <a:sym typeface="Verdana"/>
              </a:defRPr>
            </a:lvl1pPr>
            <a:lvl2pPr lvl="1" rtl="0">
              <a:buNone/>
              <a:defRPr>
                <a:latin typeface="Verdana"/>
                <a:ea typeface="Verdana"/>
                <a:cs typeface="Verdana"/>
                <a:sym typeface="Verdana"/>
              </a:defRPr>
            </a:lvl2pPr>
            <a:lvl3pPr lvl="2" rtl="0">
              <a:buNone/>
              <a:defRPr>
                <a:latin typeface="Verdana"/>
                <a:ea typeface="Verdana"/>
                <a:cs typeface="Verdana"/>
                <a:sym typeface="Verdana"/>
              </a:defRPr>
            </a:lvl3pPr>
            <a:lvl4pPr lvl="3" rtl="0">
              <a:buNone/>
              <a:defRPr>
                <a:latin typeface="Verdana"/>
                <a:ea typeface="Verdana"/>
                <a:cs typeface="Verdana"/>
                <a:sym typeface="Verdana"/>
              </a:defRPr>
            </a:lvl4pPr>
            <a:lvl5pPr lvl="4" rtl="0">
              <a:buNone/>
              <a:defRPr>
                <a:latin typeface="Verdana"/>
                <a:ea typeface="Verdana"/>
                <a:cs typeface="Verdana"/>
                <a:sym typeface="Verdana"/>
              </a:defRPr>
            </a:lvl5pPr>
            <a:lvl6pPr lvl="5" rtl="0">
              <a:buNone/>
              <a:defRPr>
                <a:latin typeface="Verdana"/>
                <a:ea typeface="Verdana"/>
                <a:cs typeface="Verdana"/>
                <a:sym typeface="Verdana"/>
              </a:defRPr>
            </a:lvl6pPr>
            <a:lvl7pPr lvl="6" rtl="0">
              <a:buNone/>
              <a:defRPr>
                <a:latin typeface="Verdana"/>
                <a:ea typeface="Verdana"/>
                <a:cs typeface="Verdana"/>
                <a:sym typeface="Verdana"/>
              </a:defRPr>
            </a:lvl7pPr>
            <a:lvl8pPr lvl="7" rtl="0">
              <a:buNone/>
              <a:defRPr>
                <a:latin typeface="Verdana"/>
                <a:ea typeface="Verdana"/>
                <a:cs typeface="Verdana"/>
                <a:sym typeface="Verdana"/>
              </a:defRPr>
            </a:lvl8pPr>
            <a:lvl9pPr lvl="8" rtl="0">
              <a:buNone/>
              <a:defRPr>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
              <a:t>‹#›</a:t>
            </a:fld>
            <a:endParaRPr/>
          </a:p>
        </p:txBody>
      </p:sp>
      <p:sp>
        <p:nvSpPr>
          <p:cNvPr id="32" name="Google Shape;32;p5"/>
          <p:cNvSpPr txBox="1">
            <a:spLocks noGrp="1"/>
          </p:cNvSpPr>
          <p:nvPr>
            <p:ph type="subTitle" idx="2"/>
          </p:nvPr>
        </p:nvSpPr>
        <p:spPr>
          <a:xfrm>
            <a:off x="386975" y="1016400"/>
            <a:ext cx="8368200" cy="8427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800"/>
              <a:buFont typeface="Verdana"/>
              <a:buNone/>
              <a:defRPr sz="1800">
                <a:latin typeface="Verdana"/>
                <a:ea typeface="Verdana"/>
                <a:cs typeface="Verdana"/>
                <a:sym typeface="Verdana"/>
              </a:defRPr>
            </a:lvl1pPr>
            <a:lvl2pPr lvl="1"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2pPr>
            <a:lvl3pPr lvl="2"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3pPr>
            <a:lvl4pPr lvl="3"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4pPr>
            <a:lvl5pPr lvl="4"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5pPr>
            <a:lvl6pPr lvl="5"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6pPr>
            <a:lvl7pPr lvl="6"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7pPr>
            <a:lvl8pPr lvl="7"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8pPr>
            <a:lvl9pPr lvl="8"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9pPr>
          </a:lstStyle>
          <a:p>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rmAutofit/>
          </a:bodyPr>
          <a:lstStyle>
            <a:lvl1pPr lvl="0">
              <a:spcBef>
                <a:spcPts val="0"/>
              </a:spcBef>
              <a:spcAft>
                <a:spcPts val="0"/>
              </a:spcAft>
              <a:buSzPts val="3000"/>
              <a:buFont typeface="Verdana"/>
              <a:buNone/>
              <a:defRPr>
                <a:latin typeface="Verdana"/>
                <a:ea typeface="Verdana"/>
                <a:cs typeface="Verdana"/>
                <a:sym typeface="Verdana"/>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5" name="Google Shape;35;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6"/>
        <p:cNvGrpSpPr/>
        <p:nvPr/>
      </p:nvGrpSpPr>
      <p:grpSpPr>
        <a:xfrm>
          <a:off x="0" y="0"/>
          <a:ext cx="0" cy="0"/>
          <a:chOff x="0" y="0"/>
          <a:chExt cx="0" cy="0"/>
        </a:xfrm>
      </p:grpSpPr>
      <p:cxnSp>
        <p:nvCxnSpPr>
          <p:cNvPr id="37" name="Google Shape;37;p7"/>
          <p:cNvCxnSpPr/>
          <p:nvPr/>
        </p:nvCxnSpPr>
        <p:spPr>
          <a:xfrm>
            <a:off x="489218" y="1412277"/>
            <a:ext cx="331500" cy="0"/>
          </a:xfrm>
          <a:prstGeom prst="straightConnector1">
            <a:avLst/>
          </a:prstGeom>
          <a:noFill/>
          <a:ln w="38100" cap="flat" cmpd="sng">
            <a:solidFill>
              <a:srgbClr val="FDCB3B"/>
            </a:solidFill>
            <a:prstDash val="solid"/>
            <a:round/>
            <a:headEnd type="none" w="sm" len="sm"/>
            <a:tailEnd type="none" w="sm" len="sm"/>
          </a:ln>
        </p:spPr>
      </p:cxnSp>
      <p:sp>
        <p:nvSpPr>
          <p:cNvPr id="38" name="Google Shape;38;p7"/>
          <p:cNvSpPr txBox="1">
            <a:spLocks noGrp="1"/>
          </p:cNvSpPr>
          <p:nvPr>
            <p:ph type="title"/>
          </p:nvPr>
        </p:nvSpPr>
        <p:spPr>
          <a:xfrm>
            <a:off x="3879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Font typeface="Verdana"/>
              <a:buNone/>
              <a:defRPr sz="2400">
                <a:latin typeface="Verdana"/>
                <a:ea typeface="Verdana"/>
                <a:cs typeface="Verdana"/>
                <a:sym typeface="Verdana"/>
              </a:defRPr>
            </a:lvl1pPr>
            <a:lvl2pPr lvl="1">
              <a:spcBef>
                <a:spcPts val="0"/>
              </a:spcBef>
              <a:spcAft>
                <a:spcPts val="0"/>
              </a:spcAft>
              <a:buSzPts val="2400"/>
              <a:buFont typeface="Verdana"/>
              <a:buNone/>
              <a:defRPr sz="2400">
                <a:latin typeface="Verdana"/>
                <a:ea typeface="Verdana"/>
                <a:cs typeface="Verdana"/>
                <a:sym typeface="Verdana"/>
              </a:defRPr>
            </a:lvl2pPr>
            <a:lvl3pPr lvl="2">
              <a:spcBef>
                <a:spcPts val="0"/>
              </a:spcBef>
              <a:spcAft>
                <a:spcPts val="0"/>
              </a:spcAft>
              <a:buSzPts val="2400"/>
              <a:buFont typeface="Verdana"/>
              <a:buNone/>
              <a:defRPr sz="2400">
                <a:latin typeface="Verdana"/>
                <a:ea typeface="Verdana"/>
                <a:cs typeface="Verdana"/>
                <a:sym typeface="Verdana"/>
              </a:defRPr>
            </a:lvl3pPr>
            <a:lvl4pPr lvl="3">
              <a:spcBef>
                <a:spcPts val="0"/>
              </a:spcBef>
              <a:spcAft>
                <a:spcPts val="0"/>
              </a:spcAft>
              <a:buSzPts val="2400"/>
              <a:buFont typeface="Verdana"/>
              <a:buNone/>
              <a:defRPr sz="2400">
                <a:latin typeface="Verdana"/>
                <a:ea typeface="Verdana"/>
                <a:cs typeface="Verdana"/>
                <a:sym typeface="Verdana"/>
              </a:defRPr>
            </a:lvl4pPr>
            <a:lvl5pPr lvl="4">
              <a:spcBef>
                <a:spcPts val="0"/>
              </a:spcBef>
              <a:spcAft>
                <a:spcPts val="0"/>
              </a:spcAft>
              <a:buSzPts val="2400"/>
              <a:buFont typeface="Verdana"/>
              <a:buNone/>
              <a:defRPr sz="2400">
                <a:latin typeface="Verdana"/>
                <a:ea typeface="Verdana"/>
                <a:cs typeface="Verdana"/>
                <a:sym typeface="Verdana"/>
              </a:defRPr>
            </a:lvl5pPr>
            <a:lvl6pPr lvl="5">
              <a:spcBef>
                <a:spcPts val="0"/>
              </a:spcBef>
              <a:spcAft>
                <a:spcPts val="0"/>
              </a:spcAft>
              <a:buSzPts val="2400"/>
              <a:buFont typeface="Verdana"/>
              <a:buNone/>
              <a:defRPr sz="2400">
                <a:latin typeface="Verdana"/>
                <a:ea typeface="Verdana"/>
                <a:cs typeface="Verdana"/>
                <a:sym typeface="Verdana"/>
              </a:defRPr>
            </a:lvl6pPr>
            <a:lvl7pPr lvl="6">
              <a:spcBef>
                <a:spcPts val="0"/>
              </a:spcBef>
              <a:spcAft>
                <a:spcPts val="0"/>
              </a:spcAft>
              <a:buSzPts val="2400"/>
              <a:buFont typeface="Verdana"/>
              <a:buNone/>
              <a:defRPr sz="2400">
                <a:latin typeface="Verdana"/>
                <a:ea typeface="Verdana"/>
                <a:cs typeface="Verdana"/>
                <a:sym typeface="Verdana"/>
              </a:defRPr>
            </a:lvl7pPr>
            <a:lvl8pPr lvl="7">
              <a:spcBef>
                <a:spcPts val="0"/>
              </a:spcBef>
              <a:spcAft>
                <a:spcPts val="0"/>
              </a:spcAft>
              <a:buSzPts val="2400"/>
              <a:buFont typeface="Verdana"/>
              <a:buNone/>
              <a:defRPr sz="2400">
                <a:latin typeface="Verdana"/>
                <a:ea typeface="Verdana"/>
                <a:cs typeface="Verdana"/>
                <a:sym typeface="Verdana"/>
              </a:defRPr>
            </a:lvl8pPr>
            <a:lvl9pPr lvl="8">
              <a:spcBef>
                <a:spcPts val="0"/>
              </a:spcBef>
              <a:spcAft>
                <a:spcPts val="0"/>
              </a:spcAft>
              <a:buSzPts val="2400"/>
              <a:buFont typeface="Verdana"/>
              <a:buNone/>
              <a:defRPr sz="2400">
                <a:latin typeface="Verdana"/>
                <a:ea typeface="Verdana"/>
                <a:cs typeface="Verdana"/>
                <a:sym typeface="Verdana"/>
              </a:defRPr>
            </a:lvl9pPr>
          </a:lstStyle>
          <a:p>
            <a:endParaRPr/>
          </a:p>
        </p:txBody>
      </p:sp>
      <p:sp>
        <p:nvSpPr>
          <p:cNvPr id="39" name="Google Shape;39;p7"/>
          <p:cNvSpPr txBox="1">
            <a:spLocks noGrp="1"/>
          </p:cNvSpPr>
          <p:nvPr>
            <p:ph type="body" idx="1"/>
          </p:nvPr>
        </p:nvSpPr>
        <p:spPr>
          <a:xfrm>
            <a:off x="387900" y="1594025"/>
            <a:ext cx="2808000" cy="26811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Font typeface="Verdana"/>
              <a:buChar char="●"/>
              <a:defRPr sz="1200">
                <a:latin typeface="Verdana"/>
                <a:ea typeface="Verdana"/>
                <a:cs typeface="Verdana"/>
                <a:sym typeface="Verdana"/>
              </a:defRPr>
            </a:lvl1pPr>
            <a:lvl2pPr marL="914400" lvl="1" indent="-304800">
              <a:spcBef>
                <a:spcPts val="0"/>
              </a:spcBef>
              <a:spcAft>
                <a:spcPts val="0"/>
              </a:spcAft>
              <a:buSzPts val="1200"/>
              <a:buFont typeface="Verdana"/>
              <a:buChar char="○"/>
              <a:defRPr sz="1200">
                <a:latin typeface="Verdana"/>
                <a:ea typeface="Verdana"/>
                <a:cs typeface="Verdana"/>
                <a:sym typeface="Verdana"/>
              </a:defRPr>
            </a:lvl2pPr>
            <a:lvl3pPr marL="1371600" lvl="2" indent="-304800">
              <a:spcBef>
                <a:spcPts val="0"/>
              </a:spcBef>
              <a:spcAft>
                <a:spcPts val="0"/>
              </a:spcAft>
              <a:buSzPts val="1200"/>
              <a:buFont typeface="Verdana"/>
              <a:buChar char="■"/>
              <a:defRPr sz="1200">
                <a:latin typeface="Verdana"/>
                <a:ea typeface="Verdana"/>
                <a:cs typeface="Verdana"/>
                <a:sym typeface="Verdana"/>
              </a:defRPr>
            </a:lvl3pPr>
            <a:lvl4pPr marL="1828800" lvl="3" indent="-304800">
              <a:spcBef>
                <a:spcPts val="0"/>
              </a:spcBef>
              <a:spcAft>
                <a:spcPts val="0"/>
              </a:spcAft>
              <a:buSzPts val="1200"/>
              <a:buFont typeface="Verdana"/>
              <a:buChar char="●"/>
              <a:defRPr sz="1200">
                <a:latin typeface="Verdana"/>
                <a:ea typeface="Verdana"/>
                <a:cs typeface="Verdana"/>
                <a:sym typeface="Verdana"/>
              </a:defRPr>
            </a:lvl4pPr>
            <a:lvl5pPr marL="2286000" lvl="4" indent="-304800">
              <a:spcBef>
                <a:spcPts val="0"/>
              </a:spcBef>
              <a:spcAft>
                <a:spcPts val="0"/>
              </a:spcAft>
              <a:buSzPts val="1200"/>
              <a:buFont typeface="Verdana"/>
              <a:buChar char="○"/>
              <a:defRPr sz="1200">
                <a:latin typeface="Verdana"/>
                <a:ea typeface="Verdana"/>
                <a:cs typeface="Verdana"/>
                <a:sym typeface="Verdana"/>
              </a:defRPr>
            </a:lvl5pPr>
            <a:lvl6pPr marL="2743200" lvl="5" indent="-304800">
              <a:spcBef>
                <a:spcPts val="0"/>
              </a:spcBef>
              <a:spcAft>
                <a:spcPts val="0"/>
              </a:spcAft>
              <a:buSzPts val="1200"/>
              <a:buFont typeface="Verdana"/>
              <a:buChar char="■"/>
              <a:defRPr sz="1200">
                <a:latin typeface="Verdana"/>
                <a:ea typeface="Verdana"/>
                <a:cs typeface="Verdana"/>
                <a:sym typeface="Verdana"/>
              </a:defRPr>
            </a:lvl6pPr>
            <a:lvl7pPr marL="3200400" lvl="6" indent="-304800">
              <a:spcBef>
                <a:spcPts val="0"/>
              </a:spcBef>
              <a:spcAft>
                <a:spcPts val="0"/>
              </a:spcAft>
              <a:buSzPts val="1200"/>
              <a:buFont typeface="Verdana"/>
              <a:buChar char="●"/>
              <a:defRPr sz="1200">
                <a:latin typeface="Verdana"/>
                <a:ea typeface="Verdana"/>
                <a:cs typeface="Verdana"/>
                <a:sym typeface="Verdana"/>
              </a:defRPr>
            </a:lvl7pPr>
            <a:lvl8pPr marL="3657600" lvl="7" indent="-304800">
              <a:spcBef>
                <a:spcPts val="0"/>
              </a:spcBef>
              <a:spcAft>
                <a:spcPts val="0"/>
              </a:spcAft>
              <a:buSzPts val="1200"/>
              <a:buFont typeface="Verdana"/>
              <a:buChar char="○"/>
              <a:defRPr sz="1200">
                <a:latin typeface="Verdana"/>
                <a:ea typeface="Verdana"/>
                <a:cs typeface="Verdana"/>
                <a:sym typeface="Verdana"/>
              </a:defRPr>
            </a:lvl8pPr>
            <a:lvl9pPr marL="4114800" lvl="8" indent="-304800">
              <a:spcBef>
                <a:spcPts val="0"/>
              </a:spcBef>
              <a:spcAft>
                <a:spcPts val="0"/>
              </a:spcAft>
              <a:buSzPts val="1200"/>
              <a:buFont typeface="Verdana"/>
              <a:buChar char="■"/>
              <a:defRPr sz="1200">
                <a:latin typeface="Verdana"/>
                <a:ea typeface="Verdana"/>
                <a:cs typeface="Verdana"/>
                <a:sym typeface="Verdana"/>
              </a:defRPr>
            </a:lvl9pPr>
          </a:lstStyle>
          <a:p>
            <a:endParaRPr/>
          </a:p>
        </p:txBody>
      </p:sp>
      <p:sp>
        <p:nvSpPr>
          <p:cNvPr id="40" name="Google Shape;40;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atin typeface="Verdana"/>
                <a:ea typeface="Verdana"/>
                <a:cs typeface="Verdana"/>
                <a:sym typeface="Verdana"/>
              </a:defRPr>
            </a:lvl1pPr>
            <a:lvl2pPr lvl="1">
              <a:buNone/>
              <a:defRPr>
                <a:latin typeface="Verdana"/>
                <a:ea typeface="Verdana"/>
                <a:cs typeface="Verdana"/>
                <a:sym typeface="Verdana"/>
              </a:defRPr>
            </a:lvl2pPr>
            <a:lvl3pPr lvl="2">
              <a:buNone/>
              <a:defRPr>
                <a:latin typeface="Verdana"/>
                <a:ea typeface="Verdana"/>
                <a:cs typeface="Verdana"/>
                <a:sym typeface="Verdana"/>
              </a:defRPr>
            </a:lvl3pPr>
            <a:lvl4pPr lvl="3">
              <a:buNone/>
              <a:defRPr>
                <a:latin typeface="Verdana"/>
                <a:ea typeface="Verdana"/>
                <a:cs typeface="Verdana"/>
                <a:sym typeface="Verdana"/>
              </a:defRPr>
            </a:lvl4pPr>
            <a:lvl5pPr lvl="4">
              <a:buNone/>
              <a:defRPr>
                <a:latin typeface="Verdana"/>
                <a:ea typeface="Verdana"/>
                <a:cs typeface="Verdana"/>
                <a:sym typeface="Verdana"/>
              </a:defRPr>
            </a:lvl5pPr>
            <a:lvl6pPr lvl="5">
              <a:buNone/>
              <a:defRPr>
                <a:latin typeface="Verdana"/>
                <a:ea typeface="Verdana"/>
                <a:cs typeface="Verdana"/>
                <a:sym typeface="Verdana"/>
              </a:defRPr>
            </a:lvl6pPr>
            <a:lvl7pPr lvl="6">
              <a:buNone/>
              <a:defRPr>
                <a:latin typeface="Verdana"/>
                <a:ea typeface="Verdana"/>
                <a:cs typeface="Verdana"/>
                <a:sym typeface="Verdana"/>
              </a:defRPr>
            </a:lvl7pPr>
            <a:lvl8pPr lvl="7">
              <a:buNone/>
              <a:defRPr>
                <a:latin typeface="Verdana"/>
                <a:ea typeface="Verdana"/>
                <a:cs typeface="Verdana"/>
                <a:sym typeface="Verdana"/>
              </a:defRPr>
            </a:lvl8pPr>
            <a:lvl9pPr lvl="8">
              <a:buNone/>
              <a:defRPr>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1"/>
        <p:cNvGrpSpPr/>
        <p:nvPr/>
      </p:nvGrpSpPr>
      <p:grpSpPr>
        <a:xfrm>
          <a:off x="0" y="0"/>
          <a:ext cx="0" cy="0"/>
          <a:chOff x="0" y="0"/>
          <a:chExt cx="0" cy="0"/>
        </a:xfrm>
      </p:grpSpPr>
      <p:sp>
        <p:nvSpPr>
          <p:cNvPr id="42" name="Google Shape;42;p8"/>
          <p:cNvSpPr txBox="1">
            <a:spLocks noGrp="1"/>
          </p:cNvSpPr>
          <p:nvPr>
            <p:ph type="title"/>
          </p:nvPr>
        </p:nvSpPr>
        <p:spPr>
          <a:xfrm>
            <a:off x="490250" y="526350"/>
            <a:ext cx="56187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Font typeface="Verdana"/>
              <a:buNone/>
              <a:defRPr sz="4800">
                <a:latin typeface="Verdana"/>
                <a:ea typeface="Verdana"/>
                <a:cs typeface="Verdana"/>
                <a:sym typeface="Verdana"/>
              </a:defRPr>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3" name="Google Shape;4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4"/>
        <p:cNvGrpSpPr/>
        <p:nvPr/>
      </p:nvGrpSpPr>
      <p:grpSpPr>
        <a:xfrm>
          <a:off x="0" y="0"/>
          <a:ext cx="0" cy="0"/>
          <a:chOff x="0" y="0"/>
          <a:chExt cx="0" cy="0"/>
        </a:xfrm>
      </p:grpSpPr>
      <p:sp>
        <p:nvSpPr>
          <p:cNvPr id="45" name="Google Shape;45;p9"/>
          <p:cNvSpPr/>
          <p:nvPr/>
        </p:nvSpPr>
        <p:spPr>
          <a:xfrm>
            <a:off x="4572000" y="-75"/>
            <a:ext cx="4572000" cy="514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 name="Google Shape;46;p9"/>
          <p:cNvCxnSpPr/>
          <p:nvPr/>
        </p:nvCxnSpPr>
        <p:spPr>
          <a:xfrm>
            <a:off x="5029675" y="4495503"/>
            <a:ext cx="540900" cy="0"/>
          </a:xfrm>
          <a:prstGeom prst="straightConnector1">
            <a:avLst/>
          </a:prstGeom>
          <a:noFill/>
          <a:ln w="38100" cap="flat" cmpd="sng">
            <a:solidFill>
              <a:srgbClr val="FDCB3B"/>
            </a:solidFill>
            <a:prstDash val="solid"/>
            <a:round/>
            <a:headEnd type="none" w="sm" len="sm"/>
            <a:tailEnd type="none" w="sm" len="sm"/>
          </a:ln>
        </p:spPr>
      </p:cxnSp>
      <p:sp>
        <p:nvSpPr>
          <p:cNvPr id="47" name="Google Shape;47;p9"/>
          <p:cNvSpPr txBox="1">
            <a:spLocks noGrp="1"/>
          </p:cNvSpPr>
          <p:nvPr>
            <p:ph type="subTitle" idx="1"/>
          </p:nvPr>
        </p:nvSpPr>
        <p:spPr>
          <a:xfrm>
            <a:off x="386975" y="1016400"/>
            <a:ext cx="8368200" cy="8427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800"/>
              <a:buFont typeface="Verdana"/>
              <a:buNone/>
              <a:defRPr sz="1800">
                <a:latin typeface="Verdana"/>
                <a:ea typeface="Verdana"/>
                <a:cs typeface="Verdana"/>
                <a:sym typeface="Verdana"/>
              </a:defRPr>
            </a:lvl1pPr>
            <a:lvl2pPr lvl="1" algn="ctr">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2pPr>
            <a:lvl3pPr lvl="2" algn="ctr">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3pPr>
            <a:lvl4pPr lvl="3" algn="ctr">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4pPr>
            <a:lvl5pPr lvl="4" algn="ctr">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5pPr>
            <a:lvl6pPr lvl="5" algn="ctr">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6pPr>
            <a:lvl7pPr lvl="6" algn="ctr">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7pPr>
            <a:lvl8pPr lvl="7" algn="ctr">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8pPr>
            <a:lvl9pPr lvl="8" algn="ctr">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9pPr>
          </a:lstStyle>
          <a:p>
            <a:endParaRPr/>
          </a:p>
        </p:txBody>
      </p:sp>
      <p:sp>
        <p:nvSpPr>
          <p:cNvPr id="48" name="Google Shape;48;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atin typeface="Verdana"/>
                <a:ea typeface="Verdana"/>
                <a:cs typeface="Verdana"/>
                <a:sym typeface="Verdana"/>
              </a:defRPr>
            </a:lvl1pPr>
            <a:lvl2pPr lvl="1">
              <a:buNone/>
              <a:defRPr>
                <a:latin typeface="Verdana"/>
                <a:ea typeface="Verdana"/>
                <a:cs typeface="Verdana"/>
                <a:sym typeface="Verdana"/>
              </a:defRPr>
            </a:lvl2pPr>
            <a:lvl3pPr lvl="2">
              <a:buNone/>
              <a:defRPr>
                <a:latin typeface="Verdana"/>
                <a:ea typeface="Verdana"/>
                <a:cs typeface="Verdana"/>
                <a:sym typeface="Verdana"/>
              </a:defRPr>
            </a:lvl3pPr>
            <a:lvl4pPr lvl="3">
              <a:buNone/>
              <a:defRPr>
                <a:latin typeface="Verdana"/>
                <a:ea typeface="Verdana"/>
                <a:cs typeface="Verdana"/>
                <a:sym typeface="Verdana"/>
              </a:defRPr>
            </a:lvl4pPr>
            <a:lvl5pPr lvl="4">
              <a:buNone/>
              <a:defRPr>
                <a:latin typeface="Verdana"/>
                <a:ea typeface="Verdana"/>
                <a:cs typeface="Verdana"/>
                <a:sym typeface="Verdana"/>
              </a:defRPr>
            </a:lvl5pPr>
            <a:lvl6pPr lvl="5">
              <a:buNone/>
              <a:defRPr>
                <a:latin typeface="Verdana"/>
                <a:ea typeface="Verdana"/>
                <a:cs typeface="Verdana"/>
                <a:sym typeface="Verdana"/>
              </a:defRPr>
            </a:lvl6pPr>
            <a:lvl7pPr lvl="6">
              <a:buNone/>
              <a:defRPr>
                <a:latin typeface="Verdana"/>
                <a:ea typeface="Verdana"/>
                <a:cs typeface="Verdana"/>
                <a:sym typeface="Verdana"/>
              </a:defRPr>
            </a:lvl7pPr>
            <a:lvl8pPr lvl="7">
              <a:buNone/>
              <a:defRPr>
                <a:latin typeface="Verdana"/>
                <a:ea typeface="Verdana"/>
                <a:cs typeface="Verdana"/>
                <a:sym typeface="Verdana"/>
              </a:defRPr>
            </a:lvl8pPr>
            <a:lvl9pPr lvl="8">
              <a:buNone/>
              <a:defRPr>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
              <a:t>‹#›</a:t>
            </a:fld>
            <a:endParaRPr/>
          </a:p>
        </p:txBody>
      </p:sp>
      <p:cxnSp>
        <p:nvCxnSpPr>
          <p:cNvPr id="49" name="Google Shape;49;p9"/>
          <p:cNvCxnSpPr/>
          <p:nvPr/>
        </p:nvCxnSpPr>
        <p:spPr>
          <a:xfrm>
            <a:off x="492563" y="955484"/>
            <a:ext cx="424800" cy="0"/>
          </a:xfrm>
          <a:prstGeom prst="straightConnector1">
            <a:avLst/>
          </a:prstGeom>
          <a:noFill/>
          <a:ln w="38100" cap="flat" cmpd="sng">
            <a:solidFill>
              <a:srgbClr val="FDCB3B"/>
            </a:solidFill>
            <a:prstDash val="solid"/>
            <a:round/>
            <a:headEnd type="none" w="sm" len="sm"/>
            <a:tailEnd type="none" w="sm" len="sm"/>
          </a:ln>
        </p:spPr>
      </p:cxnSp>
      <p:sp>
        <p:nvSpPr>
          <p:cNvPr id="50" name="Google Shape;50;p9"/>
          <p:cNvSpPr txBox="1">
            <a:spLocks noGrp="1"/>
          </p:cNvSpPr>
          <p:nvPr>
            <p:ph type="title"/>
          </p:nvPr>
        </p:nvSpPr>
        <p:spPr>
          <a:xfrm>
            <a:off x="387900" y="153225"/>
            <a:ext cx="8368200" cy="686100"/>
          </a:xfrm>
          <a:prstGeom prst="rect">
            <a:avLst/>
          </a:prstGeom>
        </p:spPr>
        <p:txBody>
          <a:bodyPr spcFirstLastPara="1" wrap="square" lIns="91425" tIns="91425" rIns="91425" bIns="91425" anchor="b" anchorCtr="0">
            <a:normAutofit/>
          </a:bodyPr>
          <a:lstStyle>
            <a:lvl1pPr lvl="0" rtl="0">
              <a:spcBef>
                <a:spcPts val="0"/>
              </a:spcBef>
              <a:spcAft>
                <a:spcPts val="0"/>
              </a:spcAft>
              <a:buSzPts val="2400"/>
              <a:buFont typeface="Verdana"/>
              <a:buNone/>
              <a:defRPr sz="2400" b="1">
                <a:latin typeface="Verdana"/>
                <a:ea typeface="Verdana"/>
                <a:cs typeface="Verdana"/>
                <a:sym typeface="Verdana"/>
              </a:defRPr>
            </a:lvl1pPr>
            <a:lvl2pPr lvl="1" rtl="0">
              <a:spcBef>
                <a:spcPts val="0"/>
              </a:spcBef>
              <a:spcAft>
                <a:spcPts val="0"/>
              </a:spcAft>
              <a:buSzPts val="3000"/>
              <a:buFont typeface="Verdana"/>
              <a:buNone/>
              <a:defRPr>
                <a:latin typeface="Verdana"/>
                <a:ea typeface="Verdana"/>
                <a:cs typeface="Verdana"/>
                <a:sym typeface="Verdana"/>
              </a:defRPr>
            </a:lvl2pPr>
            <a:lvl3pPr lvl="2" rtl="0">
              <a:spcBef>
                <a:spcPts val="0"/>
              </a:spcBef>
              <a:spcAft>
                <a:spcPts val="0"/>
              </a:spcAft>
              <a:buSzPts val="3000"/>
              <a:buFont typeface="Verdana"/>
              <a:buNone/>
              <a:defRPr>
                <a:latin typeface="Verdana"/>
                <a:ea typeface="Verdana"/>
                <a:cs typeface="Verdana"/>
                <a:sym typeface="Verdana"/>
              </a:defRPr>
            </a:lvl3pPr>
            <a:lvl4pPr lvl="3" rtl="0">
              <a:spcBef>
                <a:spcPts val="0"/>
              </a:spcBef>
              <a:spcAft>
                <a:spcPts val="0"/>
              </a:spcAft>
              <a:buSzPts val="3000"/>
              <a:buFont typeface="Verdana"/>
              <a:buNone/>
              <a:defRPr>
                <a:latin typeface="Verdana"/>
                <a:ea typeface="Verdana"/>
                <a:cs typeface="Verdana"/>
                <a:sym typeface="Verdana"/>
              </a:defRPr>
            </a:lvl4pPr>
            <a:lvl5pPr lvl="4" rtl="0">
              <a:spcBef>
                <a:spcPts val="0"/>
              </a:spcBef>
              <a:spcAft>
                <a:spcPts val="0"/>
              </a:spcAft>
              <a:buSzPts val="3000"/>
              <a:buFont typeface="Verdana"/>
              <a:buNone/>
              <a:defRPr>
                <a:latin typeface="Verdana"/>
                <a:ea typeface="Verdana"/>
                <a:cs typeface="Verdana"/>
                <a:sym typeface="Verdana"/>
              </a:defRPr>
            </a:lvl5pPr>
            <a:lvl6pPr lvl="5" rtl="0">
              <a:spcBef>
                <a:spcPts val="0"/>
              </a:spcBef>
              <a:spcAft>
                <a:spcPts val="0"/>
              </a:spcAft>
              <a:buSzPts val="3000"/>
              <a:buFont typeface="Verdana"/>
              <a:buNone/>
              <a:defRPr>
                <a:latin typeface="Verdana"/>
                <a:ea typeface="Verdana"/>
                <a:cs typeface="Verdana"/>
                <a:sym typeface="Verdana"/>
              </a:defRPr>
            </a:lvl6pPr>
            <a:lvl7pPr lvl="6" rtl="0">
              <a:spcBef>
                <a:spcPts val="0"/>
              </a:spcBef>
              <a:spcAft>
                <a:spcPts val="0"/>
              </a:spcAft>
              <a:buSzPts val="3000"/>
              <a:buFont typeface="Verdana"/>
              <a:buNone/>
              <a:defRPr>
                <a:latin typeface="Verdana"/>
                <a:ea typeface="Verdana"/>
                <a:cs typeface="Verdana"/>
                <a:sym typeface="Verdana"/>
              </a:defRPr>
            </a:lvl7pPr>
            <a:lvl8pPr lvl="7" rtl="0">
              <a:spcBef>
                <a:spcPts val="0"/>
              </a:spcBef>
              <a:spcAft>
                <a:spcPts val="0"/>
              </a:spcAft>
              <a:buSzPts val="3000"/>
              <a:buFont typeface="Verdana"/>
              <a:buNone/>
              <a:defRPr>
                <a:latin typeface="Verdana"/>
                <a:ea typeface="Verdana"/>
                <a:cs typeface="Verdana"/>
                <a:sym typeface="Verdana"/>
              </a:defRPr>
            </a:lvl8pPr>
            <a:lvl9pPr lvl="8" rtl="0">
              <a:spcBef>
                <a:spcPts val="0"/>
              </a:spcBef>
              <a:spcAft>
                <a:spcPts val="0"/>
              </a:spcAft>
              <a:buSzPts val="3000"/>
              <a:buFont typeface="Verdana"/>
              <a:buNone/>
              <a:defRPr>
                <a:latin typeface="Verdana"/>
                <a:ea typeface="Verdana"/>
                <a:cs typeface="Verdana"/>
                <a:sym typeface="Verdana"/>
              </a:defRPr>
            </a:lvl9pPr>
          </a:lstStyle>
          <a:p>
            <a:endParaRPr/>
          </a:p>
        </p:txBody>
      </p:sp>
      <p:sp>
        <p:nvSpPr>
          <p:cNvPr id="51" name="Google Shape;51;p9"/>
          <p:cNvSpPr txBox="1">
            <a:spLocks noGrp="1"/>
          </p:cNvSpPr>
          <p:nvPr>
            <p:ph type="body" idx="2"/>
          </p:nvPr>
        </p:nvSpPr>
        <p:spPr>
          <a:xfrm>
            <a:off x="387900" y="1790875"/>
            <a:ext cx="3999900" cy="26253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Font typeface="Verdana"/>
              <a:buChar char="●"/>
              <a:defRPr sz="1400">
                <a:latin typeface="Verdana"/>
                <a:ea typeface="Verdana"/>
                <a:cs typeface="Verdana"/>
                <a:sym typeface="Verdana"/>
              </a:defRPr>
            </a:lvl1pPr>
            <a:lvl2pPr marL="914400" lvl="1" indent="-304800" rtl="0">
              <a:spcBef>
                <a:spcPts val="0"/>
              </a:spcBef>
              <a:spcAft>
                <a:spcPts val="0"/>
              </a:spcAft>
              <a:buSzPts val="1200"/>
              <a:buFont typeface="Verdana"/>
              <a:buChar char="○"/>
              <a:defRPr sz="1200">
                <a:latin typeface="Verdana"/>
                <a:ea typeface="Verdana"/>
                <a:cs typeface="Verdana"/>
                <a:sym typeface="Verdana"/>
              </a:defRPr>
            </a:lvl2pPr>
            <a:lvl3pPr marL="1371600" lvl="2" indent="-304800" rtl="0">
              <a:spcBef>
                <a:spcPts val="0"/>
              </a:spcBef>
              <a:spcAft>
                <a:spcPts val="0"/>
              </a:spcAft>
              <a:buSzPts val="1200"/>
              <a:buFont typeface="Verdana"/>
              <a:buChar char="■"/>
              <a:defRPr sz="1200">
                <a:latin typeface="Verdana"/>
                <a:ea typeface="Verdana"/>
                <a:cs typeface="Verdana"/>
                <a:sym typeface="Verdana"/>
              </a:defRPr>
            </a:lvl3pPr>
            <a:lvl4pPr marL="1828800" lvl="3" indent="-304800" rtl="0">
              <a:spcBef>
                <a:spcPts val="0"/>
              </a:spcBef>
              <a:spcAft>
                <a:spcPts val="0"/>
              </a:spcAft>
              <a:buSzPts val="1200"/>
              <a:buFont typeface="Verdana"/>
              <a:buChar char="●"/>
              <a:defRPr sz="1200">
                <a:latin typeface="Verdana"/>
                <a:ea typeface="Verdana"/>
                <a:cs typeface="Verdana"/>
                <a:sym typeface="Verdana"/>
              </a:defRPr>
            </a:lvl4pPr>
            <a:lvl5pPr marL="2286000" lvl="4" indent="-304800" rtl="0">
              <a:spcBef>
                <a:spcPts val="0"/>
              </a:spcBef>
              <a:spcAft>
                <a:spcPts val="0"/>
              </a:spcAft>
              <a:buSzPts val="1200"/>
              <a:buFont typeface="Verdana"/>
              <a:buChar char="○"/>
              <a:defRPr sz="1200">
                <a:latin typeface="Verdana"/>
                <a:ea typeface="Verdana"/>
                <a:cs typeface="Verdana"/>
                <a:sym typeface="Verdana"/>
              </a:defRPr>
            </a:lvl5pPr>
            <a:lvl6pPr marL="2743200" lvl="5" indent="-304800" rtl="0">
              <a:spcBef>
                <a:spcPts val="0"/>
              </a:spcBef>
              <a:spcAft>
                <a:spcPts val="0"/>
              </a:spcAft>
              <a:buSzPts val="1200"/>
              <a:buFont typeface="Verdana"/>
              <a:buChar char="■"/>
              <a:defRPr sz="1200">
                <a:latin typeface="Verdana"/>
                <a:ea typeface="Verdana"/>
                <a:cs typeface="Verdana"/>
                <a:sym typeface="Verdana"/>
              </a:defRPr>
            </a:lvl6pPr>
            <a:lvl7pPr marL="3200400" lvl="6" indent="-304800" rtl="0">
              <a:spcBef>
                <a:spcPts val="0"/>
              </a:spcBef>
              <a:spcAft>
                <a:spcPts val="0"/>
              </a:spcAft>
              <a:buSzPts val="1200"/>
              <a:buFont typeface="Verdana"/>
              <a:buChar char="●"/>
              <a:defRPr sz="1200">
                <a:latin typeface="Verdana"/>
                <a:ea typeface="Verdana"/>
                <a:cs typeface="Verdana"/>
                <a:sym typeface="Verdana"/>
              </a:defRPr>
            </a:lvl7pPr>
            <a:lvl8pPr marL="3657600" lvl="7" indent="-304800" rtl="0">
              <a:spcBef>
                <a:spcPts val="0"/>
              </a:spcBef>
              <a:spcAft>
                <a:spcPts val="0"/>
              </a:spcAft>
              <a:buSzPts val="1200"/>
              <a:buFont typeface="Verdana"/>
              <a:buChar char="○"/>
              <a:defRPr sz="1200">
                <a:latin typeface="Verdana"/>
                <a:ea typeface="Verdana"/>
                <a:cs typeface="Verdana"/>
                <a:sym typeface="Verdana"/>
              </a:defRPr>
            </a:lvl8pPr>
            <a:lvl9pPr marL="4114800" lvl="8" indent="-304800" rtl="0">
              <a:spcBef>
                <a:spcPts val="0"/>
              </a:spcBef>
              <a:spcAft>
                <a:spcPts val="0"/>
              </a:spcAft>
              <a:buSzPts val="1200"/>
              <a:buFont typeface="Verdana"/>
              <a:buChar char="■"/>
              <a:defRPr sz="1200">
                <a:latin typeface="Verdana"/>
                <a:ea typeface="Verdana"/>
                <a:cs typeface="Verdana"/>
                <a:sym typeface="Verdana"/>
              </a:defRPr>
            </a:lvl9pPr>
          </a:lstStyle>
          <a:p>
            <a:endParaRPr/>
          </a:p>
        </p:txBody>
      </p:sp>
      <p:sp>
        <p:nvSpPr>
          <p:cNvPr id="52" name="Google Shape;52;p9"/>
          <p:cNvSpPr txBox="1">
            <a:spLocks noGrp="1"/>
          </p:cNvSpPr>
          <p:nvPr>
            <p:ph type="body" idx="3"/>
          </p:nvPr>
        </p:nvSpPr>
        <p:spPr>
          <a:xfrm>
            <a:off x="4756200" y="1794625"/>
            <a:ext cx="3999900" cy="30789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Font typeface="Verdana"/>
              <a:buChar char="●"/>
              <a:defRPr sz="1400">
                <a:latin typeface="Verdana"/>
                <a:ea typeface="Verdana"/>
                <a:cs typeface="Verdana"/>
                <a:sym typeface="Verdana"/>
              </a:defRPr>
            </a:lvl1pPr>
            <a:lvl2pPr marL="914400" lvl="1" indent="-304800" rtl="0">
              <a:spcBef>
                <a:spcPts val="0"/>
              </a:spcBef>
              <a:spcAft>
                <a:spcPts val="0"/>
              </a:spcAft>
              <a:buSzPts val="1200"/>
              <a:buFont typeface="Verdana"/>
              <a:buChar char="○"/>
              <a:defRPr sz="1200">
                <a:latin typeface="Verdana"/>
                <a:ea typeface="Verdana"/>
                <a:cs typeface="Verdana"/>
                <a:sym typeface="Verdana"/>
              </a:defRPr>
            </a:lvl2pPr>
            <a:lvl3pPr marL="1371600" lvl="2" indent="-304800" rtl="0">
              <a:spcBef>
                <a:spcPts val="0"/>
              </a:spcBef>
              <a:spcAft>
                <a:spcPts val="0"/>
              </a:spcAft>
              <a:buSzPts val="1200"/>
              <a:buFont typeface="Verdana"/>
              <a:buChar char="■"/>
              <a:defRPr sz="1200">
                <a:latin typeface="Verdana"/>
                <a:ea typeface="Verdana"/>
                <a:cs typeface="Verdana"/>
                <a:sym typeface="Verdana"/>
              </a:defRPr>
            </a:lvl3pPr>
            <a:lvl4pPr marL="1828800" lvl="3" indent="-304800" rtl="0">
              <a:spcBef>
                <a:spcPts val="0"/>
              </a:spcBef>
              <a:spcAft>
                <a:spcPts val="0"/>
              </a:spcAft>
              <a:buSzPts val="1200"/>
              <a:buFont typeface="Verdana"/>
              <a:buChar char="●"/>
              <a:defRPr sz="1200">
                <a:latin typeface="Verdana"/>
                <a:ea typeface="Verdana"/>
                <a:cs typeface="Verdana"/>
                <a:sym typeface="Verdana"/>
              </a:defRPr>
            </a:lvl4pPr>
            <a:lvl5pPr marL="2286000" lvl="4" indent="-304800" rtl="0">
              <a:spcBef>
                <a:spcPts val="0"/>
              </a:spcBef>
              <a:spcAft>
                <a:spcPts val="0"/>
              </a:spcAft>
              <a:buSzPts val="1200"/>
              <a:buFont typeface="Verdana"/>
              <a:buChar char="○"/>
              <a:defRPr sz="1200">
                <a:latin typeface="Verdana"/>
                <a:ea typeface="Verdana"/>
                <a:cs typeface="Verdana"/>
                <a:sym typeface="Verdana"/>
              </a:defRPr>
            </a:lvl5pPr>
            <a:lvl6pPr marL="2743200" lvl="5" indent="-304800" rtl="0">
              <a:spcBef>
                <a:spcPts val="0"/>
              </a:spcBef>
              <a:spcAft>
                <a:spcPts val="0"/>
              </a:spcAft>
              <a:buSzPts val="1200"/>
              <a:buFont typeface="Verdana"/>
              <a:buChar char="■"/>
              <a:defRPr sz="1200">
                <a:latin typeface="Verdana"/>
                <a:ea typeface="Verdana"/>
                <a:cs typeface="Verdana"/>
                <a:sym typeface="Verdana"/>
              </a:defRPr>
            </a:lvl6pPr>
            <a:lvl7pPr marL="3200400" lvl="6" indent="-304800" rtl="0">
              <a:spcBef>
                <a:spcPts val="0"/>
              </a:spcBef>
              <a:spcAft>
                <a:spcPts val="0"/>
              </a:spcAft>
              <a:buSzPts val="1200"/>
              <a:buFont typeface="Verdana"/>
              <a:buChar char="●"/>
              <a:defRPr sz="1200">
                <a:latin typeface="Verdana"/>
                <a:ea typeface="Verdana"/>
                <a:cs typeface="Verdana"/>
                <a:sym typeface="Verdana"/>
              </a:defRPr>
            </a:lvl7pPr>
            <a:lvl8pPr marL="3657600" lvl="7" indent="-304800" rtl="0">
              <a:spcBef>
                <a:spcPts val="0"/>
              </a:spcBef>
              <a:spcAft>
                <a:spcPts val="0"/>
              </a:spcAft>
              <a:buSzPts val="1200"/>
              <a:buFont typeface="Verdana"/>
              <a:buChar char="○"/>
              <a:defRPr sz="1200">
                <a:latin typeface="Verdana"/>
                <a:ea typeface="Verdana"/>
                <a:cs typeface="Verdana"/>
                <a:sym typeface="Verdana"/>
              </a:defRPr>
            </a:lvl8pPr>
            <a:lvl9pPr marL="4114800" lvl="8" indent="-304800" rtl="0">
              <a:spcBef>
                <a:spcPts val="0"/>
              </a:spcBef>
              <a:spcAft>
                <a:spcPts val="0"/>
              </a:spcAft>
              <a:buSzPts val="1200"/>
              <a:buFont typeface="Verdana"/>
              <a:buChar char="■"/>
              <a:defRPr sz="1200">
                <a:latin typeface="Verdana"/>
                <a:ea typeface="Verdana"/>
                <a:cs typeface="Verdana"/>
                <a:sym typeface="Verdana"/>
              </a:defRPr>
            </a:lvl9pPr>
          </a:lstStyle>
          <a:p>
            <a:endParaRPr/>
          </a:p>
        </p:txBody>
      </p:sp>
      <p:sp>
        <p:nvSpPr>
          <p:cNvPr id="53" name="Google Shape;53;p9"/>
          <p:cNvSpPr txBox="1">
            <a:spLocks noGrp="1"/>
          </p:cNvSpPr>
          <p:nvPr>
            <p:ph type="body" idx="4"/>
          </p:nvPr>
        </p:nvSpPr>
        <p:spPr>
          <a:xfrm>
            <a:off x="4756200" y="4080625"/>
            <a:ext cx="3999900" cy="342600"/>
          </a:xfrm>
          <a:prstGeom prst="rect">
            <a:avLst/>
          </a:prstGeom>
        </p:spPr>
        <p:txBody>
          <a:bodyPr spcFirstLastPara="1" wrap="square" lIns="91425" tIns="91425" rIns="91425" bIns="91425" anchor="t" anchorCtr="0">
            <a:normAutofit/>
          </a:bodyPr>
          <a:lstStyle>
            <a:lvl1pPr marL="457200" lvl="0" indent="-298450" algn="r" rtl="0">
              <a:spcBef>
                <a:spcPts val="0"/>
              </a:spcBef>
              <a:spcAft>
                <a:spcPts val="0"/>
              </a:spcAft>
              <a:buSzPts val="1100"/>
              <a:buFont typeface="Verdana"/>
              <a:buChar char="●"/>
              <a:defRPr sz="1100">
                <a:latin typeface="Verdana"/>
                <a:ea typeface="Verdana"/>
                <a:cs typeface="Verdana"/>
                <a:sym typeface="Verdana"/>
              </a:defRPr>
            </a:lvl1pPr>
            <a:lvl2pPr marL="914400" lvl="1" indent="-279400" algn="r" rtl="0">
              <a:spcBef>
                <a:spcPts val="0"/>
              </a:spcBef>
              <a:spcAft>
                <a:spcPts val="0"/>
              </a:spcAft>
              <a:buSzPts val="800"/>
              <a:buFont typeface="Verdana"/>
              <a:buChar char="○"/>
              <a:defRPr sz="800">
                <a:latin typeface="Verdana"/>
                <a:ea typeface="Verdana"/>
                <a:cs typeface="Verdana"/>
                <a:sym typeface="Verdana"/>
              </a:defRPr>
            </a:lvl2pPr>
            <a:lvl3pPr marL="1371600" lvl="2" indent="-279400" algn="r" rtl="0">
              <a:spcBef>
                <a:spcPts val="0"/>
              </a:spcBef>
              <a:spcAft>
                <a:spcPts val="0"/>
              </a:spcAft>
              <a:buSzPts val="800"/>
              <a:buFont typeface="Verdana"/>
              <a:buChar char="■"/>
              <a:defRPr sz="800">
                <a:latin typeface="Verdana"/>
                <a:ea typeface="Verdana"/>
                <a:cs typeface="Verdana"/>
                <a:sym typeface="Verdana"/>
              </a:defRPr>
            </a:lvl3pPr>
            <a:lvl4pPr marL="1828800" lvl="3" indent="-279400" algn="r" rtl="0">
              <a:spcBef>
                <a:spcPts val="0"/>
              </a:spcBef>
              <a:spcAft>
                <a:spcPts val="0"/>
              </a:spcAft>
              <a:buSzPts val="800"/>
              <a:buFont typeface="Verdana"/>
              <a:buChar char="●"/>
              <a:defRPr sz="800">
                <a:latin typeface="Verdana"/>
                <a:ea typeface="Verdana"/>
                <a:cs typeface="Verdana"/>
                <a:sym typeface="Verdana"/>
              </a:defRPr>
            </a:lvl4pPr>
            <a:lvl5pPr marL="2286000" lvl="4" indent="-279400" algn="r" rtl="0">
              <a:spcBef>
                <a:spcPts val="0"/>
              </a:spcBef>
              <a:spcAft>
                <a:spcPts val="0"/>
              </a:spcAft>
              <a:buSzPts val="800"/>
              <a:buFont typeface="Verdana"/>
              <a:buChar char="○"/>
              <a:defRPr sz="800">
                <a:latin typeface="Verdana"/>
                <a:ea typeface="Verdana"/>
                <a:cs typeface="Verdana"/>
                <a:sym typeface="Verdana"/>
              </a:defRPr>
            </a:lvl5pPr>
            <a:lvl6pPr marL="2743200" lvl="5" indent="-279400" algn="r" rtl="0">
              <a:spcBef>
                <a:spcPts val="0"/>
              </a:spcBef>
              <a:spcAft>
                <a:spcPts val="0"/>
              </a:spcAft>
              <a:buSzPts val="800"/>
              <a:buFont typeface="Verdana"/>
              <a:buChar char="■"/>
              <a:defRPr sz="800">
                <a:latin typeface="Verdana"/>
                <a:ea typeface="Verdana"/>
                <a:cs typeface="Verdana"/>
                <a:sym typeface="Verdana"/>
              </a:defRPr>
            </a:lvl6pPr>
            <a:lvl7pPr marL="3200400" lvl="6" indent="-279400" algn="r" rtl="0">
              <a:spcBef>
                <a:spcPts val="0"/>
              </a:spcBef>
              <a:spcAft>
                <a:spcPts val="0"/>
              </a:spcAft>
              <a:buSzPts val="800"/>
              <a:buFont typeface="Verdana"/>
              <a:buChar char="●"/>
              <a:defRPr sz="800">
                <a:latin typeface="Verdana"/>
                <a:ea typeface="Verdana"/>
                <a:cs typeface="Verdana"/>
                <a:sym typeface="Verdana"/>
              </a:defRPr>
            </a:lvl7pPr>
            <a:lvl8pPr marL="3657600" lvl="7" indent="-279400" algn="r" rtl="0">
              <a:spcBef>
                <a:spcPts val="0"/>
              </a:spcBef>
              <a:spcAft>
                <a:spcPts val="0"/>
              </a:spcAft>
              <a:buSzPts val="800"/>
              <a:buFont typeface="Verdana"/>
              <a:buChar char="○"/>
              <a:defRPr sz="800">
                <a:latin typeface="Verdana"/>
                <a:ea typeface="Verdana"/>
                <a:cs typeface="Verdana"/>
                <a:sym typeface="Verdana"/>
              </a:defRPr>
            </a:lvl8pPr>
            <a:lvl9pPr marL="4114800" lvl="8" indent="-279400" algn="r" rtl="0">
              <a:spcBef>
                <a:spcPts val="0"/>
              </a:spcBef>
              <a:spcAft>
                <a:spcPts val="0"/>
              </a:spcAft>
              <a:buSzPts val="800"/>
              <a:buFont typeface="Verdana"/>
              <a:buChar char="■"/>
              <a:defRPr sz="800">
                <a:latin typeface="Verdana"/>
                <a:ea typeface="Verdana"/>
                <a:cs typeface="Verdana"/>
                <a:sym typeface="Verdana"/>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9500" y="42337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400"/>
              <a:buFont typeface="Verdana"/>
              <a:buNone/>
              <a:defRPr>
                <a:latin typeface="Verdana"/>
                <a:ea typeface="Verdana"/>
                <a:cs typeface="Verdana"/>
                <a:sym typeface="Verdana"/>
              </a:defRPr>
            </a:lvl1pPr>
          </a:lstStyle>
          <a:p>
            <a:endParaRPr/>
          </a:p>
        </p:txBody>
      </p:sp>
      <p:sp>
        <p:nvSpPr>
          <p:cNvPr id="56" name="Google Shape;56;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atin typeface="Verdana"/>
                <a:ea typeface="Verdana"/>
                <a:cs typeface="Verdana"/>
                <a:sym typeface="Verdana"/>
              </a:defRPr>
            </a:lvl1pPr>
            <a:lvl2pPr lvl="1">
              <a:buNone/>
              <a:defRPr>
                <a:latin typeface="Verdana"/>
                <a:ea typeface="Verdana"/>
                <a:cs typeface="Verdana"/>
                <a:sym typeface="Verdana"/>
              </a:defRPr>
            </a:lvl2pPr>
            <a:lvl3pPr lvl="2">
              <a:buNone/>
              <a:defRPr>
                <a:latin typeface="Verdana"/>
                <a:ea typeface="Verdana"/>
                <a:cs typeface="Verdana"/>
                <a:sym typeface="Verdana"/>
              </a:defRPr>
            </a:lvl3pPr>
            <a:lvl4pPr lvl="3">
              <a:buNone/>
              <a:defRPr>
                <a:latin typeface="Verdana"/>
                <a:ea typeface="Verdana"/>
                <a:cs typeface="Verdana"/>
                <a:sym typeface="Verdana"/>
              </a:defRPr>
            </a:lvl4pPr>
            <a:lvl5pPr lvl="4">
              <a:buNone/>
              <a:defRPr>
                <a:latin typeface="Verdana"/>
                <a:ea typeface="Verdana"/>
                <a:cs typeface="Verdana"/>
                <a:sym typeface="Verdana"/>
              </a:defRPr>
            </a:lvl5pPr>
            <a:lvl6pPr lvl="5">
              <a:buNone/>
              <a:defRPr>
                <a:latin typeface="Verdana"/>
                <a:ea typeface="Verdana"/>
                <a:cs typeface="Verdana"/>
                <a:sym typeface="Verdana"/>
              </a:defRPr>
            </a:lvl6pPr>
            <a:lvl7pPr lvl="6">
              <a:buNone/>
              <a:defRPr>
                <a:latin typeface="Verdana"/>
                <a:ea typeface="Verdana"/>
                <a:cs typeface="Verdana"/>
                <a:sym typeface="Verdana"/>
              </a:defRPr>
            </a:lvl7pPr>
            <a:lvl8pPr lvl="7">
              <a:buNone/>
              <a:defRPr>
                <a:latin typeface="Verdana"/>
                <a:ea typeface="Verdana"/>
                <a:cs typeface="Verdana"/>
                <a:sym typeface="Verdana"/>
              </a:defRPr>
            </a:lvl8pPr>
            <a:lvl9pPr lvl="8">
              <a:buNone/>
              <a:defRPr>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9" name="Google Shape;59;p11"/>
          <p:cNvSpPr txBox="1">
            <a:spLocks noGrp="1"/>
          </p:cNvSpPr>
          <p:nvPr>
            <p:ph type="title" hasCustomPrompt="1"/>
          </p:nvPr>
        </p:nvSpPr>
        <p:spPr>
          <a:xfrm>
            <a:off x="387900" y="1152450"/>
            <a:ext cx="8368200" cy="15384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8000"/>
              <a:buFont typeface="Verdana"/>
              <a:buNone/>
              <a:defRPr sz="8000">
                <a:latin typeface="Verdana"/>
                <a:ea typeface="Verdana"/>
                <a:cs typeface="Verdana"/>
                <a:sym typeface="Verdana"/>
              </a:defRPr>
            </a:lvl1pPr>
            <a:lvl2pPr lvl="1" algn="ctr">
              <a:spcBef>
                <a:spcPts val="0"/>
              </a:spcBef>
              <a:spcAft>
                <a:spcPts val="0"/>
              </a:spcAft>
              <a:buClr>
                <a:schemeClr val="accent5"/>
              </a:buClr>
              <a:buSzPts val="13000"/>
              <a:buFont typeface="Verdana"/>
              <a:buNone/>
              <a:defRPr sz="13000">
                <a:solidFill>
                  <a:schemeClr val="accent5"/>
                </a:solidFill>
                <a:latin typeface="Verdana"/>
                <a:ea typeface="Verdana"/>
                <a:cs typeface="Verdana"/>
                <a:sym typeface="Verdana"/>
              </a:defRPr>
            </a:lvl2pPr>
            <a:lvl3pPr lvl="2" algn="ctr">
              <a:spcBef>
                <a:spcPts val="0"/>
              </a:spcBef>
              <a:spcAft>
                <a:spcPts val="0"/>
              </a:spcAft>
              <a:buClr>
                <a:schemeClr val="accent5"/>
              </a:buClr>
              <a:buSzPts val="13000"/>
              <a:buFont typeface="Verdana"/>
              <a:buNone/>
              <a:defRPr sz="13000">
                <a:solidFill>
                  <a:schemeClr val="accent5"/>
                </a:solidFill>
                <a:latin typeface="Verdana"/>
                <a:ea typeface="Verdana"/>
                <a:cs typeface="Verdana"/>
                <a:sym typeface="Verdana"/>
              </a:defRPr>
            </a:lvl3pPr>
            <a:lvl4pPr lvl="3" algn="ctr">
              <a:spcBef>
                <a:spcPts val="0"/>
              </a:spcBef>
              <a:spcAft>
                <a:spcPts val="0"/>
              </a:spcAft>
              <a:buClr>
                <a:schemeClr val="accent5"/>
              </a:buClr>
              <a:buSzPts val="13000"/>
              <a:buFont typeface="Verdana"/>
              <a:buNone/>
              <a:defRPr sz="13000">
                <a:solidFill>
                  <a:schemeClr val="accent5"/>
                </a:solidFill>
                <a:latin typeface="Verdana"/>
                <a:ea typeface="Verdana"/>
                <a:cs typeface="Verdana"/>
                <a:sym typeface="Verdana"/>
              </a:defRPr>
            </a:lvl4pPr>
            <a:lvl5pPr lvl="4" algn="ctr">
              <a:spcBef>
                <a:spcPts val="0"/>
              </a:spcBef>
              <a:spcAft>
                <a:spcPts val="0"/>
              </a:spcAft>
              <a:buClr>
                <a:schemeClr val="accent5"/>
              </a:buClr>
              <a:buSzPts val="13000"/>
              <a:buFont typeface="Verdana"/>
              <a:buNone/>
              <a:defRPr sz="13000">
                <a:solidFill>
                  <a:schemeClr val="accent5"/>
                </a:solidFill>
                <a:latin typeface="Verdana"/>
                <a:ea typeface="Verdana"/>
                <a:cs typeface="Verdana"/>
                <a:sym typeface="Verdana"/>
              </a:defRPr>
            </a:lvl5pPr>
            <a:lvl6pPr lvl="5" algn="ctr">
              <a:spcBef>
                <a:spcPts val="0"/>
              </a:spcBef>
              <a:spcAft>
                <a:spcPts val="0"/>
              </a:spcAft>
              <a:buClr>
                <a:schemeClr val="accent5"/>
              </a:buClr>
              <a:buSzPts val="13000"/>
              <a:buFont typeface="Verdana"/>
              <a:buNone/>
              <a:defRPr sz="13000">
                <a:solidFill>
                  <a:schemeClr val="accent5"/>
                </a:solidFill>
                <a:latin typeface="Verdana"/>
                <a:ea typeface="Verdana"/>
                <a:cs typeface="Verdana"/>
                <a:sym typeface="Verdana"/>
              </a:defRPr>
            </a:lvl6pPr>
            <a:lvl7pPr lvl="6" algn="ctr">
              <a:spcBef>
                <a:spcPts val="0"/>
              </a:spcBef>
              <a:spcAft>
                <a:spcPts val="0"/>
              </a:spcAft>
              <a:buClr>
                <a:schemeClr val="accent5"/>
              </a:buClr>
              <a:buSzPts val="13000"/>
              <a:buFont typeface="Verdana"/>
              <a:buNone/>
              <a:defRPr sz="13000">
                <a:solidFill>
                  <a:schemeClr val="accent5"/>
                </a:solidFill>
                <a:latin typeface="Verdana"/>
                <a:ea typeface="Verdana"/>
                <a:cs typeface="Verdana"/>
                <a:sym typeface="Verdana"/>
              </a:defRPr>
            </a:lvl7pPr>
            <a:lvl8pPr lvl="7" algn="ctr">
              <a:spcBef>
                <a:spcPts val="0"/>
              </a:spcBef>
              <a:spcAft>
                <a:spcPts val="0"/>
              </a:spcAft>
              <a:buClr>
                <a:schemeClr val="accent5"/>
              </a:buClr>
              <a:buSzPts val="13000"/>
              <a:buFont typeface="Verdana"/>
              <a:buNone/>
              <a:defRPr sz="13000">
                <a:solidFill>
                  <a:schemeClr val="accent5"/>
                </a:solidFill>
                <a:latin typeface="Verdana"/>
                <a:ea typeface="Verdana"/>
                <a:cs typeface="Verdana"/>
                <a:sym typeface="Verdana"/>
              </a:defRPr>
            </a:lvl8pPr>
            <a:lvl9pPr lvl="8" algn="ctr">
              <a:spcBef>
                <a:spcPts val="0"/>
              </a:spcBef>
              <a:spcAft>
                <a:spcPts val="0"/>
              </a:spcAft>
              <a:buClr>
                <a:schemeClr val="accent5"/>
              </a:buClr>
              <a:buSzPts val="13000"/>
              <a:buFont typeface="Verdana"/>
              <a:buNone/>
              <a:defRPr sz="13000">
                <a:solidFill>
                  <a:schemeClr val="accent5"/>
                </a:solidFill>
                <a:latin typeface="Verdana"/>
                <a:ea typeface="Verdana"/>
                <a:cs typeface="Verdana"/>
                <a:sym typeface="Verdana"/>
              </a:defRPr>
            </a:lvl9pPr>
          </a:lstStyle>
          <a:p>
            <a:r>
              <a:t>xx%</a:t>
            </a:r>
          </a:p>
        </p:txBody>
      </p:sp>
      <p:sp>
        <p:nvSpPr>
          <p:cNvPr id="60" name="Google Shape;60;p11"/>
          <p:cNvSpPr txBox="1">
            <a:spLocks noGrp="1"/>
          </p:cNvSpPr>
          <p:nvPr>
            <p:ph type="body" idx="1"/>
          </p:nvPr>
        </p:nvSpPr>
        <p:spPr>
          <a:xfrm>
            <a:off x="387900" y="2919450"/>
            <a:ext cx="8368200" cy="1071600"/>
          </a:xfrm>
          <a:prstGeom prst="rect">
            <a:avLst/>
          </a:prstGeom>
        </p:spPr>
        <p:txBody>
          <a:bodyPr spcFirstLastPara="1" wrap="square" lIns="91425" tIns="91425" rIns="91425" bIns="91425" anchor="t" anchorCtr="0">
            <a:normAutofit/>
          </a:bodyPr>
          <a:lstStyle>
            <a:lvl1pPr marL="457200" lvl="0" indent="-317500" algn="ctr">
              <a:spcBef>
                <a:spcPts val="0"/>
              </a:spcBef>
              <a:spcAft>
                <a:spcPts val="0"/>
              </a:spcAft>
              <a:buSzPts val="1400"/>
              <a:buFont typeface="Verdana"/>
              <a:buChar char="●"/>
              <a:defRPr>
                <a:latin typeface="Verdana"/>
                <a:ea typeface="Verdana"/>
                <a:cs typeface="Verdana"/>
                <a:sym typeface="Verdana"/>
              </a:defRPr>
            </a:lvl1pPr>
            <a:lvl2pPr marL="914400" lvl="1" indent="-317500" algn="ctr">
              <a:spcBef>
                <a:spcPts val="0"/>
              </a:spcBef>
              <a:spcAft>
                <a:spcPts val="0"/>
              </a:spcAft>
              <a:buSzPts val="1400"/>
              <a:buFont typeface="Verdana"/>
              <a:buChar char="○"/>
              <a:defRPr>
                <a:latin typeface="Verdana"/>
                <a:ea typeface="Verdana"/>
                <a:cs typeface="Verdana"/>
                <a:sym typeface="Verdana"/>
              </a:defRPr>
            </a:lvl2pPr>
            <a:lvl3pPr marL="1371600" lvl="2" indent="-317500" algn="ctr">
              <a:spcBef>
                <a:spcPts val="0"/>
              </a:spcBef>
              <a:spcAft>
                <a:spcPts val="0"/>
              </a:spcAft>
              <a:buSzPts val="1400"/>
              <a:buFont typeface="Verdana"/>
              <a:buChar char="■"/>
              <a:defRPr>
                <a:latin typeface="Verdana"/>
                <a:ea typeface="Verdana"/>
                <a:cs typeface="Verdana"/>
                <a:sym typeface="Verdana"/>
              </a:defRPr>
            </a:lvl3pPr>
            <a:lvl4pPr marL="1828800" lvl="3" indent="-317500" algn="ctr">
              <a:spcBef>
                <a:spcPts val="0"/>
              </a:spcBef>
              <a:spcAft>
                <a:spcPts val="0"/>
              </a:spcAft>
              <a:buSzPts val="1400"/>
              <a:buFont typeface="Verdana"/>
              <a:buChar char="●"/>
              <a:defRPr>
                <a:latin typeface="Verdana"/>
                <a:ea typeface="Verdana"/>
                <a:cs typeface="Verdana"/>
                <a:sym typeface="Verdana"/>
              </a:defRPr>
            </a:lvl4pPr>
            <a:lvl5pPr marL="2286000" lvl="4" indent="-317500" algn="ctr">
              <a:spcBef>
                <a:spcPts val="0"/>
              </a:spcBef>
              <a:spcAft>
                <a:spcPts val="0"/>
              </a:spcAft>
              <a:buSzPts val="1400"/>
              <a:buFont typeface="Verdana"/>
              <a:buChar char="○"/>
              <a:defRPr>
                <a:latin typeface="Verdana"/>
                <a:ea typeface="Verdana"/>
                <a:cs typeface="Verdana"/>
                <a:sym typeface="Verdana"/>
              </a:defRPr>
            </a:lvl5pPr>
            <a:lvl6pPr marL="2743200" lvl="5" indent="-317500" algn="ctr">
              <a:spcBef>
                <a:spcPts val="0"/>
              </a:spcBef>
              <a:spcAft>
                <a:spcPts val="0"/>
              </a:spcAft>
              <a:buSzPts val="1400"/>
              <a:buFont typeface="Verdana"/>
              <a:buChar char="■"/>
              <a:defRPr>
                <a:latin typeface="Verdana"/>
                <a:ea typeface="Verdana"/>
                <a:cs typeface="Verdana"/>
                <a:sym typeface="Verdana"/>
              </a:defRPr>
            </a:lvl6pPr>
            <a:lvl7pPr marL="3200400" lvl="6" indent="-317500" algn="ctr">
              <a:spcBef>
                <a:spcPts val="0"/>
              </a:spcBef>
              <a:spcAft>
                <a:spcPts val="0"/>
              </a:spcAft>
              <a:buSzPts val="1400"/>
              <a:buFont typeface="Verdana"/>
              <a:buChar char="●"/>
              <a:defRPr>
                <a:latin typeface="Verdana"/>
                <a:ea typeface="Verdana"/>
                <a:cs typeface="Verdana"/>
                <a:sym typeface="Verdana"/>
              </a:defRPr>
            </a:lvl7pPr>
            <a:lvl8pPr marL="3657600" lvl="7" indent="-317500" algn="ctr">
              <a:spcBef>
                <a:spcPts val="0"/>
              </a:spcBef>
              <a:spcAft>
                <a:spcPts val="0"/>
              </a:spcAft>
              <a:buSzPts val="1400"/>
              <a:buFont typeface="Verdana"/>
              <a:buChar char="○"/>
              <a:defRPr>
                <a:latin typeface="Verdana"/>
                <a:ea typeface="Verdana"/>
                <a:cs typeface="Verdana"/>
                <a:sym typeface="Verdana"/>
              </a:defRPr>
            </a:lvl8pPr>
            <a:lvl9pPr marL="4114800" lvl="8" indent="-317500" algn="ctr">
              <a:spcBef>
                <a:spcPts val="0"/>
              </a:spcBef>
              <a:spcAft>
                <a:spcPts val="0"/>
              </a:spcAft>
              <a:buSzPts val="1400"/>
              <a:buFont typeface="Verdana"/>
              <a:buChar char="■"/>
              <a:defRPr>
                <a:latin typeface="Verdana"/>
                <a:ea typeface="Verdana"/>
                <a:cs typeface="Verdana"/>
                <a:sym typeface="Verdana"/>
              </a:defRPr>
            </a:lvl9pPr>
          </a:lstStyle>
          <a:p>
            <a:endParaRPr/>
          </a:p>
        </p:txBody>
      </p:sp>
      <p:sp>
        <p:nvSpPr>
          <p:cNvPr id="61" name="Google Shape;61;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atin typeface="Verdana"/>
                <a:ea typeface="Verdana"/>
                <a:cs typeface="Verdana"/>
                <a:sym typeface="Verdana"/>
              </a:defRPr>
            </a:lvl1pPr>
            <a:lvl2pPr lvl="1">
              <a:buNone/>
              <a:defRPr>
                <a:latin typeface="Verdana"/>
                <a:ea typeface="Verdana"/>
                <a:cs typeface="Verdana"/>
                <a:sym typeface="Verdana"/>
              </a:defRPr>
            </a:lvl2pPr>
            <a:lvl3pPr lvl="2">
              <a:buNone/>
              <a:defRPr>
                <a:latin typeface="Verdana"/>
                <a:ea typeface="Verdana"/>
                <a:cs typeface="Verdana"/>
                <a:sym typeface="Verdana"/>
              </a:defRPr>
            </a:lvl3pPr>
            <a:lvl4pPr lvl="3">
              <a:buNone/>
              <a:defRPr>
                <a:latin typeface="Verdana"/>
                <a:ea typeface="Verdana"/>
                <a:cs typeface="Verdana"/>
                <a:sym typeface="Verdana"/>
              </a:defRPr>
            </a:lvl4pPr>
            <a:lvl5pPr lvl="4">
              <a:buNone/>
              <a:defRPr>
                <a:latin typeface="Verdana"/>
                <a:ea typeface="Verdana"/>
                <a:cs typeface="Verdana"/>
                <a:sym typeface="Verdana"/>
              </a:defRPr>
            </a:lvl5pPr>
            <a:lvl6pPr lvl="5">
              <a:buNone/>
              <a:defRPr>
                <a:latin typeface="Verdana"/>
                <a:ea typeface="Verdana"/>
                <a:cs typeface="Verdana"/>
                <a:sym typeface="Verdana"/>
              </a:defRPr>
            </a:lvl6pPr>
            <a:lvl7pPr lvl="6">
              <a:buNone/>
              <a:defRPr>
                <a:latin typeface="Verdana"/>
                <a:ea typeface="Verdana"/>
                <a:cs typeface="Verdana"/>
                <a:sym typeface="Verdana"/>
              </a:defRPr>
            </a:lvl7pPr>
            <a:lvl8pPr lvl="7">
              <a:buNone/>
              <a:defRPr>
                <a:latin typeface="Verdana"/>
                <a:ea typeface="Verdana"/>
                <a:cs typeface="Verdana"/>
                <a:sym typeface="Verdana"/>
              </a:defRPr>
            </a:lvl8pPr>
            <a:lvl9pPr lvl="8">
              <a:buNone/>
              <a:defRPr>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
        <p:cNvGrpSpPr/>
        <p:nvPr/>
      </p:nvGrpSpPr>
      <p:grpSpPr>
        <a:xfrm>
          <a:off x="0" y="0"/>
          <a:ext cx="0" cy="0"/>
          <a:chOff x="0" y="0"/>
          <a:chExt cx="0" cy="0"/>
        </a:xfrm>
      </p:grpSpPr>
      <p:sp>
        <p:nvSpPr>
          <p:cNvPr id="63" name="Google Shape;63;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atin typeface="Verdana"/>
                <a:ea typeface="Verdana"/>
                <a:cs typeface="Verdana"/>
                <a:sym typeface="Verdana"/>
              </a:defRPr>
            </a:lvl1pPr>
            <a:lvl2pPr lvl="1">
              <a:buNone/>
              <a:defRPr>
                <a:latin typeface="Verdana"/>
                <a:ea typeface="Verdana"/>
                <a:cs typeface="Verdana"/>
                <a:sym typeface="Verdana"/>
              </a:defRPr>
            </a:lvl2pPr>
            <a:lvl3pPr lvl="2">
              <a:buNone/>
              <a:defRPr>
                <a:latin typeface="Verdana"/>
                <a:ea typeface="Verdana"/>
                <a:cs typeface="Verdana"/>
                <a:sym typeface="Verdana"/>
              </a:defRPr>
            </a:lvl3pPr>
            <a:lvl4pPr lvl="3">
              <a:buNone/>
              <a:defRPr>
                <a:latin typeface="Verdana"/>
                <a:ea typeface="Verdana"/>
                <a:cs typeface="Verdana"/>
                <a:sym typeface="Verdana"/>
              </a:defRPr>
            </a:lvl4pPr>
            <a:lvl5pPr lvl="4">
              <a:buNone/>
              <a:defRPr>
                <a:latin typeface="Verdana"/>
                <a:ea typeface="Verdana"/>
                <a:cs typeface="Verdana"/>
                <a:sym typeface="Verdana"/>
              </a:defRPr>
            </a:lvl5pPr>
            <a:lvl6pPr lvl="5">
              <a:buNone/>
              <a:defRPr>
                <a:latin typeface="Verdana"/>
                <a:ea typeface="Verdana"/>
                <a:cs typeface="Verdana"/>
                <a:sym typeface="Verdana"/>
              </a:defRPr>
            </a:lvl6pPr>
            <a:lvl7pPr lvl="6">
              <a:buNone/>
              <a:defRPr>
                <a:latin typeface="Verdana"/>
                <a:ea typeface="Verdana"/>
                <a:cs typeface="Verdana"/>
                <a:sym typeface="Verdana"/>
              </a:defRPr>
            </a:lvl7pPr>
            <a:lvl8pPr lvl="7">
              <a:buNone/>
              <a:defRPr>
                <a:latin typeface="Verdana"/>
                <a:ea typeface="Verdana"/>
                <a:cs typeface="Verdana"/>
                <a:sym typeface="Verdana"/>
              </a:defRPr>
            </a:lvl8pPr>
            <a:lvl9pPr lvl="8">
              <a:buNone/>
              <a:defRPr>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genda" userDrawn="1">
  <p:cSld name="TITLE_AND_BODY_1">
    <p:spTree>
      <p:nvGrpSpPr>
        <p:cNvPr id="1" name="Shape 64"/>
        <p:cNvGrpSpPr/>
        <p:nvPr/>
      </p:nvGrpSpPr>
      <p:grpSpPr>
        <a:xfrm>
          <a:off x="0" y="0"/>
          <a:ext cx="0" cy="0"/>
          <a:chOff x="0" y="0"/>
          <a:chExt cx="0" cy="0"/>
        </a:xfrm>
      </p:grpSpPr>
      <p:sp>
        <p:nvSpPr>
          <p:cNvPr id="66" name="Google Shape;66;p13"/>
          <p:cNvSpPr txBox="1">
            <a:spLocks noGrp="1"/>
          </p:cNvSpPr>
          <p:nvPr>
            <p:ph type="body" idx="1"/>
          </p:nvPr>
        </p:nvSpPr>
        <p:spPr>
          <a:xfrm>
            <a:off x="311700" y="1229445"/>
            <a:ext cx="8520600" cy="3773830"/>
          </a:xfrm>
          <a:prstGeom prst="rect">
            <a:avLst/>
          </a:prstGeom>
          <a:noFill/>
          <a:ln>
            <a:noFill/>
          </a:ln>
        </p:spPr>
        <p:txBody>
          <a:bodyPr spcFirstLastPara="1" wrap="square" lIns="91425" tIns="91425" rIns="91425" bIns="91425" anchor="t" anchorCtr="0">
            <a:normAutofit/>
          </a:bodyPr>
          <a:lstStyle>
            <a:lvl1pPr marL="457200" lvl="0" indent="-330200" algn="l" rtl="0">
              <a:lnSpc>
                <a:spcPct val="115000"/>
              </a:lnSpc>
              <a:spcBef>
                <a:spcPts val="0"/>
              </a:spcBef>
              <a:spcAft>
                <a:spcPts val="0"/>
              </a:spcAft>
              <a:buClr>
                <a:schemeClr val="tx1"/>
              </a:buClr>
              <a:buSzPts val="1600"/>
              <a:buFont typeface="Verdana"/>
              <a:buChar char="●"/>
              <a:defRPr sz="1600">
                <a:latin typeface="Verdana"/>
                <a:ea typeface="Verdana"/>
                <a:cs typeface="Verdana"/>
                <a:sym typeface="Verdana"/>
              </a:defRPr>
            </a:lvl1pPr>
            <a:lvl2pPr marL="914400" lvl="1" indent="-317500" algn="l" rtl="0">
              <a:lnSpc>
                <a:spcPct val="115000"/>
              </a:lnSpc>
              <a:spcBef>
                <a:spcPts val="0"/>
              </a:spcBef>
              <a:spcAft>
                <a:spcPts val="0"/>
              </a:spcAft>
              <a:buSzPts val="1400"/>
              <a:buFont typeface="Verdana"/>
              <a:buChar char="○"/>
              <a:defRPr>
                <a:latin typeface="Verdana"/>
                <a:ea typeface="Verdana"/>
                <a:cs typeface="Verdana"/>
                <a:sym typeface="Verdana"/>
              </a:defRPr>
            </a:lvl2pPr>
            <a:lvl3pPr marL="1371600" lvl="2" indent="-317500" algn="l" rtl="0">
              <a:lnSpc>
                <a:spcPct val="115000"/>
              </a:lnSpc>
              <a:spcBef>
                <a:spcPts val="0"/>
              </a:spcBef>
              <a:spcAft>
                <a:spcPts val="0"/>
              </a:spcAft>
              <a:buSzPts val="1400"/>
              <a:buFont typeface="Verdana"/>
              <a:buChar char="■"/>
              <a:defRPr>
                <a:latin typeface="Verdana"/>
                <a:ea typeface="Verdana"/>
                <a:cs typeface="Verdana"/>
                <a:sym typeface="Verdana"/>
              </a:defRPr>
            </a:lvl3pPr>
            <a:lvl4pPr marL="1828800" lvl="3" indent="-317500" algn="l" rtl="0">
              <a:lnSpc>
                <a:spcPct val="115000"/>
              </a:lnSpc>
              <a:spcBef>
                <a:spcPts val="0"/>
              </a:spcBef>
              <a:spcAft>
                <a:spcPts val="0"/>
              </a:spcAft>
              <a:buSzPts val="1400"/>
              <a:buFont typeface="Verdana"/>
              <a:buChar char="●"/>
              <a:defRPr>
                <a:latin typeface="Verdana"/>
                <a:ea typeface="Verdana"/>
                <a:cs typeface="Verdana"/>
                <a:sym typeface="Verdana"/>
              </a:defRPr>
            </a:lvl4pPr>
            <a:lvl5pPr marL="2286000" lvl="4" indent="-317500" algn="l" rtl="0">
              <a:lnSpc>
                <a:spcPct val="115000"/>
              </a:lnSpc>
              <a:spcBef>
                <a:spcPts val="0"/>
              </a:spcBef>
              <a:spcAft>
                <a:spcPts val="0"/>
              </a:spcAft>
              <a:buSzPts val="1400"/>
              <a:buFont typeface="Verdana"/>
              <a:buChar char="○"/>
              <a:defRPr>
                <a:latin typeface="Verdana"/>
                <a:ea typeface="Verdana"/>
                <a:cs typeface="Verdana"/>
                <a:sym typeface="Verdana"/>
              </a:defRPr>
            </a:lvl5pPr>
            <a:lvl6pPr marL="2743200" lvl="5" indent="-317500" algn="l" rtl="0">
              <a:lnSpc>
                <a:spcPct val="115000"/>
              </a:lnSpc>
              <a:spcBef>
                <a:spcPts val="0"/>
              </a:spcBef>
              <a:spcAft>
                <a:spcPts val="0"/>
              </a:spcAft>
              <a:buSzPts val="1400"/>
              <a:buFont typeface="Verdana"/>
              <a:buChar char="■"/>
              <a:defRPr>
                <a:latin typeface="Verdana"/>
                <a:ea typeface="Verdana"/>
                <a:cs typeface="Verdana"/>
                <a:sym typeface="Verdana"/>
              </a:defRPr>
            </a:lvl6pPr>
            <a:lvl7pPr marL="3200400" lvl="6" indent="-317500" algn="l" rtl="0">
              <a:lnSpc>
                <a:spcPct val="115000"/>
              </a:lnSpc>
              <a:spcBef>
                <a:spcPts val="0"/>
              </a:spcBef>
              <a:spcAft>
                <a:spcPts val="0"/>
              </a:spcAft>
              <a:buSzPts val="1400"/>
              <a:buFont typeface="Verdana"/>
              <a:buChar char="●"/>
              <a:defRPr>
                <a:latin typeface="Verdana"/>
                <a:ea typeface="Verdana"/>
                <a:cs typeface="Verdana"/>
                <a:sym typeface="Verdana"/>
              </a:defRPr>
            </a:lvl7pPr>
            <a:lvl8pPr marL="3657600" lvl="7" indent="-317500" algn="l" rtl="0">
              <a:lnSpc>
                <a:spcPct val="115000"/>
              </a:lnSpc>
              <a:spcBef>
                <a:spcPts val="0"/>
              </a:spcBef>
              <a:spcAft>
                <a:spcPts val="0"/>
              </a:spcAft>
              <a:buSzPts val="1400"/>
              <a:buFont typeface="Verdana"/>
              <a:buChar char="○"/>
              <a:defRPr>
                <a:latin typeface="Verdana"/>
                <a:ea typeface="Verdana"/>
                <a:cs typeface="Verdana"/>
                <a:sym typeface="Verdana"/>
              </a:defRPr>
            </a:lvl8pPr>
            <a:lvl9pPr marL="4114800" lvl="8" indent="-317500" algn="l" rtl="0">
              <a:lnSpc>
                <a:spcPct val="115000"/>
              </a:lnSpc>
              <a:spcBef>
                <a:spcPts val="0"/>
              </a:spcBef>
              <a:spcAft>
                <a:spcPts val="0"/>
              </a:spcAft>
              <a:buSzPts val="1400"/>
              <a:buFont typeface="Verdana"/>
              <a:buChar char="■"/>
              <a:defRPr>
                <a:latin typeface="Verdana"/>
                <a:ea typeface="Verdana"/>
                <a:cs typeface="Verdana"/>
                <a:sym typeface="Verdana"/>
              </a:defRPr>
            </a:lvl9pPr>
          </a:lstStyle>
          <a:p>
            <a:endParaRPr lang="en-US" dirty="0"/>
          </a:p>
        </p:txBody>
      </p:sp>
      <p:sp>
        <p:nvSpPr>
          <p:cNvPr id="67" name="Google Shape;67;p13"/>
          <p:cNvSpPr txBox="1">
            <a:spLocks noGrp="1"/>
          </p:cNvSpPr>
          <p:nvPr>
            <p:ph type="sldNum" idx="12"/>
          </p:nvPr>
        </p:nvSpPr>
        <p:spPr>
          <a:xfrm>
            <a:off x="8890426" y="4802521"/>
            <a:ext cx="245991" cy="254296"/>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1000"/>
              <a:buFont typeface="Arial"/>
              <a:buNone/>
              <a:defRPr sz="800" i="0" u="none" strike="noStrike" cap="none">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i="0" u="none" strike="noStrike" cap="none">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i="0" u="none" strike="noStrike" cap="none">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i="0" u="none" strike="noStrike" cap="none">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i="0" u="none" strike="noStrike" cap="none">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i="0" u="none" strike="noStrike" cap="none">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i="0" u="none" strike="noStrike" cap="none">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i="0" u="none" strike="noStrike" cap="none">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i="0" u="none" strike="noStrike" cap="none">
                <a:latin typeface="Roboto"/>
                <a:ea typeface="Roboto"/>
                <a:cs typeface="Roboto"/>
                <a:sym typeface="Roboto"/>
              </a:defRPr>
            </a:lvl9pPr>
          </a:lstStyle>
          <a:p>
            <a:fld id="{00000000-1234-1234-1234-123412341234}" type="slidenum">
              <a:rPr lang="en" smtClean="0"/>
              <a:pPr/>
              <a:t>‹#›</a:t>
            </a:fld>
            <a:endParaRPr lang="en" dirty="0"/>
          </a:p>
        </p:txBody>
      </p:sp>
      <p:sp>
        <p:nvSpPr>
          <p:cNvPr id="68" name="Google Shape;68;p13"/>
          <p:cNvSpPr txBox="1">
            <a:spLocks noGrp="1"/>
          </p:cNvSpPr>
          <p:nvPr>
            <p:ph type="title" hasCustomPrompt="1"/>
          </p:nvPr>
        </p:nvSpPr>
        <p:spPr>
          <a:xfrm>
            <a:off x="311700" y="0"/>
            <a:ext cx="8520600" cy="712925"/>
          </a:xfrm>
          <a:prstGeom prst="rect">
            <a:avLst/>
          </a:prstGeom>
          <a:noFill/>
          <a:ln>
            <a:noFill/>
          </a:ln>
        </p:spPr>
        <p:txBody>
          <a:bodyPr spcFirstLastPara="1" wrap="square" lIns="91425" tIns="91425" rIns="91425" bIns="91425" anchor="ctr" anchorCtr="0">
            <a:normAutofit/>
          </a:bodyPr>
          <a:lstStyle>
            <a:lvl1pPr lvl="0" algn="l" rtl="0">
              <a:lnSpc>
                <a:spcPct val="100000"/>
              </a:lnSpc>
              <a:spcBef>
                <a:spcPts val="0"/>
              </a:spcBef>
              <a:spcAft>
                <a:spcPts val="0"/>
              </a:spcAft>
              <a:buSzPts val="2200"/>
              <a:buFont typeface="Verdana"/>
              <a:buNone/>
              <a:defRPr sz="2200">
                <a:latin typeface="Verdana"/>
                <a:ea typeface="Verdana"/>
                <a:cs typeface="Verdana"/>
                <a:sym typeface="Verdana"/>
              </a:defRPr>
            </a:lvl1pPr>
            <a:lvl2pPr lvl="1" algn="l" rtl="0">
              <a:lnSpc>
                <a:spcPct val="100000"/>
              </a:lnSpc>
              <a:spcBef>
                <a:spcPts val="0"/>
              </a:spcBef>
              <a:spcAft>
                <a:spcPts val="0"/>
              </a:spcAft>
              <a:buSzPts val="2800"/>
              <a:buFont typeface="Verdana"/>
              <a:buNone/>
              <a:defRPr>
                <a:latin typeface="Verdana"/>
                <a:ea typeface="Verdana"/>
                <a:cs typeface="Verdana"/>
                <a:sym typeface="Verdana"/>
              </a:defRPr>
            </a:lvl2pPr>
            <a:lvl3pPr lvl="2" algn="l" rtl="0">
              <a:lnSpc>
                <a:spcPct val="100000"/>
              </a:lnSpc>
              <a:spcBef>
                <a:spcPts val="0"/>
              </a:spcBef>
              <a:spcAft>
                <a:spcPts val="0"/>
              </a:spcAft>
              <a:buSzPts val="2800"/>
              <a:buFont typeface="Verdana"/>
              <a:buNone/>
              <a:defRPr>
                <a:latin typeface="Verdana"/>
                <a:ea typeface="Verdana"/>
                <a:cs typeface="Verdana"/>
                <a:sym typeface="Verdana"/>
              </a:defRPr>
            </a:lvl3pPr>
            <a:lvl4pPr lvl="3" algn="l" rtl="0">
              <a:lnSpc>
                <a:spcPct val="100000"/>
              </a:lnSpc>
              <a:spcBef>
                <a:spcPts val="0"/>
              </a:spcBef>
              <a:spcAft>
                <a:spcPts val="0"/>
              </a:spcAft>
              <a:buSzPts val="2800"/>
              <a:buFont typeface="Verdana"/>
              <a:buNone/>
              <a:defRPr>
                <a:latin typeface="Verdana"/>
                <a:ea typeface="Verdana"/>
                <a:cs typeface="Verdana"/>
                <a:sym typeface="Verdana"/>
              </a:defRPr>
            </a:lvl4pPr>
            <a:lvl5pPr lvl="4" algn="l" rtl="0">
              <a:lnSpc>
                <a:spcPct val="100000"/>
              </a:lnSpc>
              <a:spcBef>
                <a:spcPts val="0"/>
              </a:spcBef>
              <a:spcAft>
                <a:spcPts val="0"/>
              </a:spcAft>
              <a:buSzPts val="2800"/>
              <a:buFont typeface="Verdana"/>
              <a:buNone/>
              <a:defRPr>
                <a:latin typeface="Verdana"/>
                <a:ea typeface="Verdana"/>
                <a:cs typeface="Verdana"/>
                <a:sym typeface="Verdana"/>
              </a:defRPr>
            </a:lvl5pPr>
            <a:lvl6pPr lvl="5" algn="l" rtl="0">
              <a:lnSpc>
                <a:spcPct val="100000"/>
              </a:lnSpc>
              <a:spcBef>
                <a:spcPts val="0"/>
              </a:spcBef>
              <a:spcAft>
                <a:spcPts val="0"/>
              </a:spcAft>
              <a:buSzPts val="2800"/>
              <a:buFont typeface="Verdana"/>
              <a:buNone/>
              <a:defRPr>
                <a:latin typeface="Verdana"/>
                <a:ea typeface="Verdana"/>
                <a:cs typeface="Verdana"/>
                <a:sym typeface="Verdana"/>
              </a:defRPr>
            </a:lvl6pPr>
            <a:lvl7pPr lvl="6" algn="l" rtl="0">
              <a:lnSpc>
                <a:spcPct val="100000"/>
              </a:lnSpc>
              <a:spcBef>
                <a:spcPts val="0"/>
              </a:spcBef>
              <a:spcAft>
                <a:spcPts val="0"/>
              </a:spcAft>
              <a:buSzPts val="2800"/>
              <a:buFont typeface="Verdana"/>
              <a:buNone/>
              <a:defRPr>
                <a:latin typeface="Verdana"/>
                <a:ea typeface="Verdana"/>
                <a:cs typeface="Verdana"/>
                <a:sym typeface="Verdana"/>
              </a:defRPr>
            </a:lvl7pPr>
            <a:lvl8pPr lvl="7" algn="l" rtl="0">
              <a:lnSpc>
                <a:spcPct val="100000"/>
              </a:lnSpc>
              <a:spcBef>
                <a:spcPts val="0"/>
              </a:spcBef>
              <a:spcAft>
                <a:spcPts val="0"/>
              </a:spcAft>
              <a:buSzPts val="2800"/>
              <a:buFont typeface="Verdana"/>
              <a:buNone/>
              <a:defRPr>
                <a:latin typeface="Verdana"/>
                <a:ea typeface="Verdana"/>
                <a:cs typeface="Verdana"/>
                <a:sym typeface="Verdana"/>
              </a:defRPr>
            </a:lvl8pPr>
            <a:lvl9pPr lvl="8" algn="l" rtl="0">
              <a:lnSpc>
                <a:spcPct val="100000"/>
              </a:lnSpc>
              <a:spcBef>
                <a:spcPts val="0"/>
              </a:spcBef>
              <a:spcAft>
                <a:spcPts val="0"/>
              </a:spcAft>
              <a:buSzPts val="2800"/>
              <a:buFont typeface="Verdana"/>
              <a:buNone/>
              <a:defRPr>
                <a:latin typeface="Verdana"/>
                <a:ea typeface="Verdana"/>
                <a:cs typeface="Verdana"/>
                <a:sym typeface="Verdana"/>
              </a:defRPr>
            </a:lvl9pPr>
          </a:lstStyle>
          <a:p>
            <a:r>
              <a:rPr lang="en-US" dirty="0"/>
              <a:t>Agenda</a:t>
            </a:r>
            <a:endParaRPr dirty="0"/>
          </a:p>
        </p:txBody>
      </p:sp>
      <p:sp>
        <p:nvSpPr>
          <p:cNvPr id="2" name="Google Shape;32;p5">
            <a:extLst>
              <a:ext uri="{FF2B5EF4-FFF2-40B4-BE49-F238E27FC236}">
                <a16:creationId xmlns:a16="http://schemas.microsoft.com/office/drawing/2014/main" id="{3B38838B-5EBD-6C7F-60D2-88FA9FFA951E}"/>
              </a:ext>
            </a:extLst>
          </p:cNvPr>
          <p:cNvSpPr txBox="1">
            <a:spLocks noGrp="1"/>
          </p:cNvSpPr>
          <p:nvPr>
            <p:ph type="subTitle" idx="2"/>
          </p:nvPr>
        </p:nvSpPr>
        <p:spPr>
          <a:xfrm>
            <a:off x="311700" y="730401"/>
            <a:ext cx="8520600" cy="499044"/>
          </a:xfrm>
          <a:prstGeom prst="rect">
            <a:avLst/>
          </a:prstGeom>
        </p:spPr>
        <p:txBody>
          <a:bodyPr spcFirstLastPara="1" wrap="square" lIns="91425" tIns="0" rIns="91425" bIns="91425" anchor="t" anchorCtr="0">
            <a:normAutofit/>
          </a:bodyPr>
          <a:lstStyle>
            <a:lvl1pPr marL="0" lvl="0" indent="0" rtl="0">
              <a:lnSpc>
                <a:spcPct val="100000"/>
              </a:lnSpc>
              <a:spcBef>
                <a:spcPts val="0"/>
              </a:spcBef>
              <a:spcAft>
                <a:spcPts val="0"/>
              </a:spcAft>
              <a:buSzPts val="1800"/>
              <a:buFont typeface="Verdana"/>
              <a:buNone/>
              <a:tabLst/>
              <a:defRPr sz="1600">
                <a:latin typeface="Verdana"/>
                <a:ea typeface="Verdana"/>
                <a:cs typeface="Verdana"/>
                <a:sym typeface="Verdana"/>
              </a:defRPr>
            </a:lvl1pPr>
            <a:lvl2pPr lvl="1"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2pPr>
            <a:lvl3pPr lvl="2"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3pPr>
            <a:lvl4pPr lvl="3"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4pPr>
            <a:lvl5pPr lvl="4"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5pPr>
            <a:lvl6pPr lvl="5"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6pPr>
            <a:lvl7pPr lvl="6"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7pPr>
            <a:lvl8pPr lvl="7"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8pPr>
            <a:lvl9pPr lvl="8"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9pPr>
          </a:lstStyle>
          <a:p>
            <a:endParaRPr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1" name="Shape 69"/>
        <p:cNvGrpSpPr/>
        <p:nvPr/>
      </p:nvGrpSpPr>
      <p:grpSpPr>
        <a:xfrm>
          <a:off x="0" y="0"/>
          <a:ext cx="0" cy="0"/>
          <a:chOff x="0" y="0"/>
          <a:chExt cx="0" cy="0"/>
        </a:xfrm>
      </p:grpSpPr>
      <p:sp>
        <p:nvSpPr>
          <p:cNvPr id="70" name="Google Shape;70;p14"/>
          <p:cNvSpPr txBox="1">
            <a:spLocks noGrp="1"/>
          </p:cNvSpPr>
          <p:nvPr>
            <p:ph type="title"/>
          </p:nvPr>
        </p:nvSpPr>
        <p:spPr>
          <a:xfrm>
            <a:off x="311700" y="140225"/>
            <a:ext cx="8520600" cy="572700"/>
          </a:xfrm>
          <a:prstGeom prst="rect">
            <a:avLst/>
          </a:prstGeom>
          <a:noFill/>
          <a:ln>
            <a:noFill/>
          </a:ln>
        </p:spPr>
        <p:txBody>
          <a:bodyPr spcFirstLastPara="1" wrap="square" lIns="91425" tIns="91425" rIns="91425" bIns="91425" anchor="t" anchorCtr="0">
            <a:normAutofit/>
          </a:bodyPr>
          <a:lstStyle>
            <a:lvl1pPr lvl="0" algn="l" rtl="0">
              <a:lnSpc>
                <a:spcPct val="100000"/>
              </a:lnSpc>
              <a:spcBef>
                <a:spcPts val="0"/>
              </a:spcBef>
              <a:spcAft>
                <a:spcPts val="0"/>
              </a:spcAft>
              <a:buSzPts val="2200"/>
              <a:buFont typeface="Verdana"/>
              <a:buNone/>
              <a:defRPr sz="2200">
                <a:latin typeface="Verdana"/>
                <a:ea typeface="Verdana"/>
                <a:cs typeface="Verdana"/>
                <a:sym typeface="Verdana"/>
              </a:defRPr>
            </a:lvl1pPr>
            <a:lvl2pPr lvl="1" algn="l" rtl="0">
              <a:lnSpc>
                <a:spcPct val="100000"/>
              </a:lnSpc>
              <a:spcBef>
                <a:spcPts val="0"/>
              </a:spcBef>
              <a:spcAft>
                <a:spcPts val="0"/>
              </a:spcAft>
              <a:buSzPts val="2800"/>
              <a:buFont typeface="Verdana"/>
              <a:buNone/>
              <a:defRPr>
                <a:latin typeface="Verdana"/>
                <a:ea typeface="Verdana"/>
                <a:cs typeface="Verdana"/>
                <a:sym typeface="Verdana"/>
              </a:defRPr>
            </a:lvl2pPr>
            <a:lvl3pPr lvl="2" algn="l" rtl="0">
              <a:lnSpc>
                <a:spcPct val="100000"/>
              </a:lnSpc>
              <a:spcBef>
                <a:spcPts val="0"/>
              </a:spcBef>
              <a:spcAft>
                <a:spcPts val="0"/>
              </a:spcAft>
              <a:buSzPts val="2800"/>
              <a:buFont typeface="Verdana"/>
              <a:buNone/>
              <a:defRPr>
                <a:latin typeface="Verdana"/>
                <a:ea typeface="Verdana"/>
                <a:cs typeface="Verdana"/>
                <a:sym typeface="Verdana"/>
              </a:defRPr>
            </a:lvl3pPr>
            <a:lvl4pPr lvl="3" algn="l" rtl="0">
              <a:lnSpc>
                <a:spcPct val="100000"/>
              </a:lnSpc>
              <a:spcBef>
                <a:spcPts val="0"/>
              </a:spcBef>
              <a:spcAft>
                <a:spcPts val="0"/>
              </a:spcAft>
              <a:buSzPts val="2800"/>
              <a:buFont typeface="Verdana"/>
              <a:buNone/>
              <a:defRPr>
                <a:latin typeface="Verdana"/>
                <a:ea typeface="Verdana"/>
                <a:cs typeface="Verdana"/>
                <a:sym typeface="Verdana"/>
              </a:defRPr>
            </a:lvl4pPr>
            <a:lvl5pPr lvl="4" algn="l" rtl="0">
              <a:lnSpc>
                <a:spcPct val="100000"/>
              </a:lnSpc>
              <a:spcBef>
                <a:spcPts val="0"/>
              </a:spcBef>
              <a:spcAft>
                <a:spcPts val="0"/>
              </a:spcAft>
              <a:buSzPts val="2800"/>
              <a:buFont typeface="Verdana"/>
              <a:buNone/>
              <a:defRPr>
                <a:latin typeface="Verdana"/>
                <a:ea typeface="Verdana"/>
                <a:cs typeface="Verdana"/>
                <a:sym typeface="Verdana"/>
              </a:defRPr>
            </a:lvl5pPr>
            <a:lvl6pPr lvl="5" algn="l" rtl="0">
              <a:lnSpc>
                <a:spcPct val="100000"/>
              </a:lnSpc>
              <a:spcBef>
                <a:spcPts val="0"/>
              </a:spcBef>
              <a:spcAft>
                <a:spcPts val="0"/>
              </a:spcAft>
              <a:buSzPts val="2800"/>
              <a:buFont typeface="Verdana"/>
              <a:buNone/>
              <a:defRPr>
                <a:latin typeface="Verdana"/>
                <a:ea typeface="Verdana"/>
                <a:cs typeface="Verdana"/>
                <a:sym typeface="Verdana"/>
              </a:defRPr>
            </a:lvl6pPr>
            <a:lvl7pPr lvl="6" algn="l" rtl="0">
              <a:lnSpc>
                <a:spcPct val="100000"/>
              </a:lnSpc>
              <a:spcBef>
                <a:spcPts val="0"/>
              </a:spcBef>
              <a:spcAft>
                <a:spcPts val="0"/>
              </a:spcAft>
              <a:buSzPts val="2800"/>
              <a:buFont typeface="Verdana"/>
              <a:buNone/>
              <a:defRPr>
                <a:latin typeface="Verdana"/>
                <a:ea typeface="Verdana"/>
                <a:cs typeface="Verdana"/>
                <a:sym typeface="Verdana"/>
              </a:defRPr>
            </a:lvl7pPr>
            <a:lvl8pPr lvl="7" algn="l" rtl="0">
              <a:lnSpc>
                <a:spcPct val="100000"/>
              </a:lnSpc>
              <a:spcBef>
                <a:spcPts val="0"/>
              </a:spcBef>
              <a:spcAft>
                <a:spcPts val="0"/>
              </a:spcAft>
              <a:buSzPts val="2800"/>
              <a:buFont typeface="Verdana"/>
              <a:buNone/>
              <a:defRPr>
                <a:latin typeface="Verdana"/>
                <a:ea typeface="Verdana"/>
                <a:cs typeface="Verdana"/>
                <a:sym typeface="Verdana"/>
              </a:defRPr>
            </a:lvl8pPr>
            <a:lvl9pPr lvl="8" algn="l" rtl="0">
              <a:lnSpc>
                <a:spcPct val="100000"/>
              </a:lnSpc>
              <a:spcBef>
                <a:spcPts val="0"/>
              </a:spcBef>
              <a:spcAft>
                <a:spcPts val="0"/>
              </a:spcAft>
              <a:buSzPts val="2800"/>
              <a:buFont typeface="Verdana"/>
              <a:buNone/>
              <a:defRPr>
                <a:latin typeface="Verdana"/>
                <a:ea typeface="Verdana"/>
                <a:cs typeface="Verdana"/>
                <a:sym typeface="Verdana"/>
              </a:defRPr>
            </a:lvl9pPr>
          </a:lstStyle>
          <a:p>
            <a:endParaRPr/>
          </a:p>
        </p:txBody>
      </p:sp>
      <p:sp>
        <p:nvSpPr>
          <p:cNvPr id="71" name="Google Shape;71;p14"/>
          <p:cNvSpPr txBox="1">
            <a:spLocks noGrp="1"/>
          </p:cNvSpPr>
          <p:nvPr>
            <p:ph type="body" idx="1"/>
          </p:nvPr>
        </p:nvSpPr>
        <p:spPr>
          <a:xfrm>
            <a:off x="311700" y="1381075"/>
            <a:ext cx="3999900" cy="3416400"/>
          </a:xfrm>
          <a:prstGeom prst="rect">
            <a:avLst/>
          </a:prstGeom>
          <a:noFill/>
          <a:ln>
            <a:noFill/>
          </a:ln>
        </p:spPr>
        <p:txBody>
          <a:bodyPr spcFirstLastPara="1" wrap="square" lIns="91425" tIns="91425" rIns="91425" bIns="91425" anchor="t" anchorCtr="0">
            <a:normAutofit/>
          </a:bodyPr>
          <a:lstStyle>
            <a:lvl1pPr marL="457200" lvl="0" indent="-317500" algn="l" rtl="0">
              <a:lnSpc>
                <a:spcPct val="115000"/>
              </a:lnSpc>
              <a:spcBef>
                <a:spcPts val="0"/>
              </a:spcBef>
              <a:spcAft>
                <a:spcPts val="0"/>
              </a:spcAft>
              <a:buSzPts val="1400"/>
              <a:buFont typeface="Verdana"/>
              <a:buChar char="●"/>
              <a:defRPr sz="1400">
                <a:latin typeface="Verdana"/>
                <a:ea typeface="Verdana"/>
                <a:cs typeface="Verdana"/>
                <a:sym typeface="Verdana"/>
              </a:defRPr>
            </a:lvl1pPr>
            <a:lvl2pPr marL="914400" lvl="1" indent="-304800" algn="l" rtl="0">
              <a:lnSpc>
                <a:spcPct val="115000"/>
              </a:lnSpc>
              <a:spcBef>
                <a:spcPts val="0"/>
              </a:spcBef>
              <a:spcAft>
                <a:spcPts val="0"/>
              </a:spcAft>
              <a:buSzPts val="1200"/>
              <a:buFont typeface="Verdana"/>
              <a:buChar char="○"/>
              <a:defRPr sz="1200">
                <a:latin typeface="Verdana"/>
                <a:ea typeface="Verdana"/>
                <a:cs typeface="Verdana"/>
                <a:sym typeface="Verdana"/>
              </a:defRPr>
            </a:lvl2pPr>
            <a:lvl3pPr marL="1371600" lvl="2" indent="-304800" algn="l" rtl="0">
              <a:lnSpc>
                <a:spcPct val="115000"/>
              </a:lnSpc>
              <a:spcBef>
                <a:spcPts val="0"/>
              </a:spcBef>
              <a:spcAft>
                <a:spcPts val="0"/>
              </a:spcAft>
              <a:buSzPts val="1200"/>
              <a:buFont typeface="Verdana"/>
              <a:buChar char="■"/>
              <a:defRPr sz="1200">
                <a:latin typeface="Verdana"/>
                <a:ea typeface="Verdana"/>
                <a:cs typeface="Verdana"/>
                <a:sym typeface="Verdana"/>
              </a:defRPr>
            </a:lvl3pPr>
            <a:lvl4pPr marL="1828800" lvl="3" indent="-304800" algn="l" rtl="0">
              <a:lnSpc>
                <a:spcPct val="115000"/>
              </a:lnSpc>
              <a:spcBef>
                <a:spcPts val="0"/>
              </a:spcBef>
              <a:spcAft>
                <a:spcPts val="0"/>
              </a:spcAft>
              <a:buSzPts val="1200"/>
              <a:buFont typeface="Verdana"/>
              <a:buChar char="●"/>
              <a:defRPr sz="1200">
                <a:latin typeface="Verdana"/>
                <a:ea typeface="Verdana"/>
                <a:cs typeface="Verdana"/>
                <a:sym typeface="Verdana"/>
              </a:defRPr>
            </a:lvl4pPr>
            <a:lvl5pPr marL="2286000" lvl="4" indent="-304800" algn="l" rtl="0">
              <a:lnSpc>
                <a:spcPct val="115000"/>
              </a:lnSpc>
              <a:spcBef>
                <a:spcPts val="0"/>
              </a:spcBef>
              <a:spcAft>
                <a:spcPts val="0"/>
              </a:spcAft>
              <a:buSzPts val="1200"/>
              <a:buFont typeface="Verdana"/>
              <a:buChar char="○"/>
              <a:defRPr sz="1200">
                <a:latin typeface="Verdana"/>
                <a:ea typeface="Verdana"/>
                <a:cs typeface="Verdana"/>
                <a:sym typeface="Verdana"/>
              </a:defRPr>
            </a:lvl5pPr>
            <a:lvl6pPr marL="2743200" lvl="5" indent="-304800" algn="l" rtl="0">
              <a:lnSpc>
                <a:spcPct val="115000"/>
              </a:lnSpc>
              <a:spcBef>
                <a:spcPts val="0"/>
              </a:spcBef>
              <a:spcAft>
                <a:spcPts val="0"/>
              </a:spcAft>
              <a:buSzPts val="1200"/>
              <a:buFont typeface="Verdana"/>
              <a:buChar char="■"/>
              <a:defRPr sz="1200">
                <a:latin typeface="Verdana"/>
                <a:ea typeface="Verdana"/>
                <a:cs typeface="Verdana"/>
                <a:sym typeface="Verdana"/>
              </a:defRPr>
            </a:lvl6pPr>
            <a:lvl7pPr marL="3200400" lvl="6" indent="-304800" algn="l" rtl="0">
              <a:lnSpc>
                <a:spcPct val="115000"/>
              </a:lnSpc>
              <a:spcBef>
                <a:spcPts val="0"/>
              </a:spcBef>
              <a:spcAft>
                <a:spcPts val="0"/>
              </a:spcAft>
              <a:buSzPts val="1200"/>
              <a:buFont typeface="Verdana"/>
              <a:buChar char="●"/>
              <a:defRPr sz="1200">
                <a:latin typeface="Verdana"/>
                <a:ea typeface="Verdana"/>
                <a:cs typeface="Verdana"/>
                <a:sym typeface="Verdana"/>
              </a:defRPr>
            </a:lvl7pPr>
            <a:lvl8pPr marL="3657600" lvl="7" indent="-304800" algn="l" rtl="0">
              <a:lnSpc>
                <a:spcPct val="115000"/>
              </a:lnSpc>
              <a:spcBef>
                <a:spcPts val="0"/>
              </a:spcBef>
              <a:spcAft>
                <a:spcPts val="0"/>
              </a:spcAft>
              <a:buSzPts val="1200"/>
              <a:buFont typeface="Verdana"/>
              <a:buChar char="○"/>
              <a:defRPr sz="1200">
                <a:latin typeface="Verdana"/>
                <a:ea typeface="Verdana"/>
                <a:cs typeface="Verdana"/>
                <a:sym typeface="Verdana"/>
              </a:defRPr>
            </a:lvl8pPr>
            <a:lvl9pPr marL="4114800" lvl="8" indent="-304800" algn="l" rtl="0">
              <a:lnSpc>
                <a:spcPct val="115000"/>
              </a:lnSpc>
              <a:spcBef>
                <a:spcPts val="0"/>
              </a:spcBef>
              <a:spcAft>
                <a:spcPts val="0"/>
              </a:spcAft>
              <a:buSzPts val="1200"/>
              <a:buFont typeface="Verdana"/>
              <a:buChar char="■"/>
              <a:defRPr sz="1200">
                <a:latin typeface="Verdana"/>
                <a:ea typeface="Verdana"/>
                <a:cs typeface="Verdana"/>
                <a:sym typeface="Verdana"/>
              </a:defRPr>
            </a:lvl9pPr>
          </a:lstStyle>
          <a:p>
            <a:endParaRPr/>
          </a:p>
        </p:txBody>
      </p:sp>
      <p:sp>
        <p:nvSpPr>
          <p:cNvPr id="72" name="Google Shape;72;p14"/>
          <p:cNvSpPr txBox="1">
            <a:spLocks noGrp="1"/>
          </p:cNvSpPr>
          <p:nvPr>
            <p:ph type="body" idx="2"/>
          </p:nvPr>
        </p:nvSpPr>
        <p:spPr>
          <a:xfrm>
            <a:off x="4832400" y="1304875"/>
            <a:ext cx="3999900" cy="3416400"/>
          </a:xfrm>
          <a:prstGeom prst="rect">
            <a:avLst/>
          </a:prstGeom>
          <a:noFill/>
          <a:ln>
            <a:noFill/>
          </a:ln>
        </p:spPr>
        <p:txBody>
          <a:bodyPr spcFirstLastPara="1" wrap="square" lIns="91425" tIns="91425" rIns="91425" bIns="91425" anchor="t" anchorCtr="0">
            <a:normAutofit/>
          </a:bodyPr>
          <a:lstStyle>
            <a:lvl1pPr marL="457200" lvl="0" indent="-317500" algn="l" rtl="0">
              <a:lnSpc>
                <a:spcPct val="115000"/>
              </a:lnSpc>
              <a:spcBef>
                <a:spcPts val="0"/>
              </a:spcBef>
              <a:spcAft>
                <a:spcPts val="0"/>
              </a:spcAft>
              <a:buSzPts val="1400"/>
              <a:buFont typeface="Verdana"/>
              <a:buChar char="●"/>
              <a:defRPr sz="1400">
                <a:latin typeface="Verdana"/>
                <a:ea typeface="Verdana"/>
                <a:cs typeface="Verdana"/>
                <a:sym typeface="Verdana"/>
              </a:defRPr>
            </a:lvl1pPr>
            <a:lvl2pPr marL="914400" lvl="1" indent="-304800" algn="l" rtl="0">
              <a:lnSpc>
                <a:spcPct val="115000"/>
              </a:lnSpc>
              <a:spcBef>
                <a:spcPts val="0"/>
              </a:spcBef>
              <a:spcAft>
                <a:spcPts val="0"/>
              </a:spcAft>
              <a:buSzPts val="1200"/>
              <a:buFont typeface="Verdana"/>
              <a:buChar char="○"/>
              <a:defRPr sz="1200">
                <a:latin typeface="Verdana"/>
                <a:ea typeface="Verdana"/>
                <a:cs typeface="Verdana"/>
                <a:sym typeface="Verdana"/>
              </a:defRPr>
            </a:lvl2pPr>
            <a:lvl3pPr marL="1371600" lvl="2" indent="-304800" algn="l" rtl="0">
              <a:lnSpc>
                <a:spcPct val="115000"/>
              </a:lnSpc>
              <a:spcBef>
                <a:spcPts val="0"/>
              </a:spcBef>
              <a:spcAft>
                <a:spcPts val="0"/>
              </a:spcAft>
              <a:buSzPts val="1200"/>
              <a:buFont typeface="Verdana"/>
              <a:buChar char="■"/>
              <a:defRPr sz="1200">
                <a:latin typeface="Verdana"/>
                <a:ea typeface="Verdana"/>
                <a:cs typeface="Verdana"/>
                <a:sym typeface="Verdana"/>
              </a:defRPr>
            </a:lvl3pPr>
            <a:lvl4pPr marL="1828800" lvl="3" indent="-304800" algn="l" rtl="0">
              <a:lnSpc>
                <a:spcPct val="115000"/>
              </a:lnSpc>
              <a:spcBef>
                <a:spcPts val="0"/>
              </a:spcBef>
              <a:spcAft>
                <a:spcPts val="0"/>
              </a:spcAft>
              <a:buSzPts val="1200"/>
              <a:buFont typeface="Verdana"/>
              <a:buChar char="●"/>
              <a:defRPr sz="1200">
                <a:latin typeface="Verdana"/>
                <a:ea typeface="Verdana"/>
                <a:cs typeface="Verdana"/>
                <a:sym typeface="Verdana"/>
              </a:defRPr>
            </a:lvl4pPr>
            <a:lvl5pPr marL="2286000" lvl="4" indent="-304800" algn="l" rtl="0">
              <a:lnSpc>
                <a:spcPct val="115000"/>
              </a:lnSpc>
              <a:spcBef>
                <a:spcPts val="0"/>
              </a:spcBef>
              <a:spcAft>
                <a:spcPts val="0"/>
              </a:spcAft>
              <a:buSzPts val="1200"/>
              <a:buFont typeface="Verdana"/>
              <a:buChar char="○"/>
              <a:defRPr sz="1200">
                <a:latin typeface="Verdana"/>
                <a:ea typeface="Verdana"/>
                <a:cs typeface="Verdana"/>
                <a:sym typeface="Verdana"/>
              </a:defRPr>
            </a:lvl5pPr>
            <a:lvl6pPr marL="2743200" lvl="5" indent="-304800" algn="l" rtl="0">
              <a:lnSpc>
                <a:spcPct val="115000"/>
              </a:lnSpc>
              <a:spcBef>
                <a:spcPts val="0"/>
              </a:spcBef>
              <a:spcAft>
                <a:spcPts val="0"/>
              </a:spcAft>
              <a:buSzPts val="1200"/>
              <a:buFont typeface="Verdana"/>
              <a:buChar char="■"/>
              <a:defRPr sz="1200">
                <a:latin typeface="Verdana"/>
                <a:ea typeface="Verdana"/>
                <a:cs typeface="Verdana"/>
                <a:sym typeface="Verdana"/>
              </a:defRPr>
            </a:lvl6pPr>
            <a:lvl7pPr marL="3200400" lvl="6" indent="-304800" algn="l" rtl="0">
              <a:lnSpc>
                <a:spcPct val="115000"/>
              </a:lnSpc>
              <a:spcBef>
                <a:spcPts val="0"/>
              </a:spcBef>
              <a:spcAft>
                <a:spcPts val="0"/>
              </a:spcAft>
              <a:buSzPts val="1200"/>
              <a:buFont typeface="Verdana"/>
              <a:buChar char="●"/>
              <a:defRPr sz="1200">
                <a:latin typeface="Verdana"/>
                <a:ea typeface="Verdana"/>
                <a:cs typeface="Verdana"/>
                <a:sym typeface="Verdana"/>
              </a:defRPr>
            </a:lvl7pPr>
            <a:lvl8pPr marL="3657600" lvl="7" indent="-304800" algn="l" rtl="0">
              <a:lnSpc>
                <a:spcPct val="115000"/>
              </a:lnSpc>
              <a:spcBef>
                <a:spcPts val="0"/>
              </a:spcBef>
              <a:spcAft>
                <a:spcPts val="0"/>
              </a:spcAft>
              <a:buSzPts val="1200"/>
              <a:buFont typeface="Verdana"/>
              <a:buChar char="○"/>
              <a:defRPr sz="1200">
                <a:latin typeface="Verdana"/>
                <a:ea typeface="Verdana"/>
                <a:cs typeface="Verdana"/>
                <a:sym typeface="Verdana"/>
              </a:defRPr>
            </a:lvl8pPr>
            <a:lvl9pPr marL="4114800" lvl="8" indent="-304800" algn="l" rtl="0">
              <a:lnSpc>
                <a:spcPct val="115000"/>
              </a:lnSpc>
              <a:spcBef>
                <a:spcPts val="0"/>
              </a:spcBef>
              <a:spcAft>
                <a:spcPts val="0"/>
              </a:spcAft>
              <a:buSzPts val="1200"/>
              <a:buFont typeface="Verdana"/>
              <a:buChar char="■"/>
              <a:defRPr sz="1200">
                <a:latin typeface="Verdana"/>
                <a:ea typeface="Verdana"/>
                <a:cs typeface="Verdana"/>
                <a:sym typeface="Verdana"/>
              </a:defRPr>
            </a:lvl9pPr>
          </a:lstStyle>
          <a:p>
            <a:endParaRPr/>
          </a:p>
        </p:txBody>
      </p:sp>
      <p:sp>
        <p:nvSpPr>
          <p:cNvPr id="73" name="Google Shape;73;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i="0" u="none" strike="noStrike" cap="none">
                <a:latin typeface="Verdana"/>
                <a:ea typeface="Verdana"/>
                <a:cs typeface="Verdana"/>
                <a:sym typeface="Verdana"/>
              </a:defRPr>
            </a:lvl1pPr>
            <a:lvl2pPr marL="0" marR="0" lvl="1" indent="0" algn="r" rtl="0">
              <a:lnSpc>
                <a:spcPct val="100000"/>
              </a:lnSpc>
              <a:spcBef>
                <a:spcPts val="0"/>
              </a:spcBef>
              <a:spcAft>
                <a:spcPts val="0"/>
              </a:spcAft>
              <a:buClr>
                <a:srgbClr val="000000"/>
              </a:buClr>
              <a:buSzPts val="1000"/>
              <a:buFont typeface="Arial"/>
              <a:buNone/>
              <a:defRPr sz="1000" i="0" u="none" strike="noStrike" cap="none">
                <a:latin typeface="Verdana"/>
                <a:ea typeface="Verdana"/>
                <a:cs typeface="Verdana"/>
                <a:sym typeface="Verdana"/>
              </a:defRPr>
            </a:lvl2pPr>
            <a:lvl3pPr marL="0" marR="0" lvl="2" indent="0" algn="r" rtl="0">
              <a:lnSpc>
                <a:spcPct val="100000"/>
              </a:lnSpc>
              <a:spcBef>
                <a:spcPts val="0"/>
              </a:spcBef>
              <a:spcAft>
                <a:spcPts val="0"/>
              </a:spcAft>
              <a:buClr>
                <a:srgbClr val="000000"/>
              </a:buClr>
              <a:buSzPts val="1000"/>
              <a:buFont typeface="Arial"/>
              <a:buNone/>
              <a:defRPr sz="1000" i="0" u="none" strike="noStrike" cap="none">
                <a:latin typeface="Verdana"/>
                <a:ea typeface="Verdana"/>
                <a:cs typeface="Verdana"/>
                <a:sym typeface="Verdana"/>
              </a:defRPr>
            </a:lvl3pPr>
            <a:lvl4pPr marL="0" marR="0" lvl="3" indent="0" algn="r" rtl="0">
              <a:lnSpc>
                <a:spcPct val="100000"/>
              </a:lnSpc>
              <a:spcBef>
                <a:spcPts val="0"/>
              </a:spcBef>
              <a:spcAft>
                <a:spcPts val="0"/>
              </a:spcAft>
              <a:buClr>
                <a:srgbClr val="000000"/>
              </a:buClr>
              <a:buSzPts val="1000"/>
              <a:buFont typeface="Arial"/>
              <a:buNone/>
              <a:defRPr sz="1000" i="0" u="none" strike="noStrike" cap="none">
                <a:latin typeface="Verdana"/>
                <a:ea typeface="Verdana"/>
                <a:cs typeface="Verdana"/>
                <a:sym typeface="Verdana"/>
              </a:defRPr>
            </a:lvl4pPr>
            <a:lvl5pPr marL="0" marR="0" lvl="4" indent="0" algn="r" rtl="0">
              <a:lnSpc>
                <a:spcPct val="100000"/>
              </a:lnSpc>
              <a:spcBef>
                <a:spcPts val="0"/>
              </a:spcBef>
              <a:spcAft>
                <a:spcPts val="0"/>
              </a:spcAft>
              <a:buClr>
                <a:srgbClr val="000000"/>
              </a:buClr>
              <a:buSzPts val="1000"/>
              <a:buFont typeface="Arial"/>
              <a:buNone/>
              <a:defRPr sz="1000" i="0" u="none" strike="noStrike" cap="none">
                <a:latin typeface="Verdana"/>
                <a:ea typeface="Verdana"/>
                <a:cs typeface="Verdana"/>
                <a:sym typeface="Verdana"/>
              </a:defRPr>
            </a:lvl5pPr>
            <a:lvl6pPr marL="0" marR="0" lvl="5" indent="0" algn="r" rtl="0">
              <a:lnSpc>
                <a:spcPct val="100000"/>
              </a:lnSpc>
              <a:spcBef>
                <a:spcPts val="0"/>
              </a:spcBef>
              <a:spcAft>
                <a:spcPts val="0"/>
              </a:spcAft>
              <a:buClr>
                <a:srgbClr val="000000"/>
              </a:buClr>
              <a:buSzPts val="1000"/>
              <a:buFont typeface="Arial"/>
              <a:buNone/>
              <a:defRPr sz="1000" i="0" u="none" strike="noStrike" cap="none">
                <a:latin typeface="Verdana"/>
                <a:ea typeface="Verdana"/>
                <a:cs typeface="Verdana"/>
                <a:sym typeface="Verdana"/>
              </a:defRPr>
            </a:lvl6pPr>
            <a:lvl7pPr marL="0" marR="0" lvl="6" indent="0" algn="r" rtl="0">
              <a:lnSpc>
                <a:spcPct val="100000"/>
              </a:lnSpc>
              <a:spcBef>
                <a:spcPts val="0"/>
              </a:spcBef>
              <a:spcAft>
                <a:spcPts val="0"/>
              </a:spcAft>
              <a:buClr>
                <a:srgbClr val="000000"/>
              </a:buClr>
              <a:buSzPts val="1000"/>
              <a:buFont typeface="Arial"/>
              <a:buNone/>
              <a:defRPr sz="1000" i="0" u="none" strike="noStrike" cap="none">
                <a:latin typeface="Verdana"/>
                <a:ea typeface="Verdana"/>
                <a:cs typeface="Verdana"/>
                <a:sym typeface="Verdana"/>
              </a:defRPr>
            </a:lvl7pPr>
            <a:lvl8pPr marL="0" marR="0" lvl="7" indent="0" algn="r" rtl="0">
              <a:lnSpc>
                <a:spcPct val="100000"/>
              </a:lnSpc>
              <a:spcBef>
                <a:spcPts val="0"/>
              </a:spcBef>
              <a:spcAft>
                <a:spcPts val="0"/>
              </a:spcAft>
              <a:buClr>
                <a:srgbClr val="000000"/>
              </a:buClr>
              <a:buSzPts val="1000"/>
              <a:buFont typeface="Arial"/>
              <a:buNone/>
              <a:defRPr sz="1000" i="0" u="none" strike="noStrike" cap="none">
                <a:latin typeface="Verdana"/>
                <a:ea typeface="Verdana"/>
                <a:cs typeface="Verdana"/>
                <a:sym typeface="Verdana"/>
              </a:defRPr>
            </a:lvl8pPr>
            <a:lvl9pPr marL="0" marR="0" lvl="8" indent="0" algn="r" rtl="0">
              <a:lnSpc>
                <a:spcPct val="100000"/>
              </a:lnSpc>
              <a:spcBef>
                <a:spcPts val="0"/>
              </a:spcBef>
              <a:spcAft>
                <a:spcPts val="0"/>
              </a:spcAft>
              <a:buClr>
                <a:srgbClr val="000000"/>
              </a:buClr>
              <a:buSzPts val="1000"/>
              <a:buFont typeface="Arial"/>
              <a:buNone/>
              <a:defRPr sz="1000" i="0" u="none" strike="noStrike" cap="none">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
              <a:t>‹#›</a:t>
            </a:fld>
            <a:endParaRPr/>
          </a:p>
        </p:txBody>
      </p:sp>
      <p:sp>
        <p:nvSpPr>
          <p:cNvPr id="74" name="Google Shape;74;p14"/>
          <p:cNvSpPr txBox="1">
            <a:spLocks noGrp="1"/>
          </p:cNvSpPr>
          <p:nvPr>
            <p:ph type="subTitle" idx="3"/>
          </p:nvPr>
        </p:nvSpPr>
        <p:spPr>
          <a:xfrm>
            <a:off x="386975" y="864000"/>
            <a:ext cx="8368200" cy="842700"/>
          </a:xfrm>
          <a:prstGeom prst="rect">
            <a:avLst/>
          </a:prstGeom>
          <a:noFill/>
          <a:ln>
            <a:noFill/>
          </a:ln>
        </p:spPr>
        <p:txBody>
          <a:bodyPr spcFirstLastPara="1" wrap="square" lIns="91425" tIns="91425" rIns="91425" bIns="91425" anchor="t" anchorCtr="0">
            <a:normAutofit/>
          </a:bodyPr>
          <a:lstStyle>
            <a:lvl1pPr lvl="0" algn="l" rtl="0">
              <a:lnSpc>
                <a:spcPct val="100000"/>
              </a:lnSpc>
              <a:spcBef>
                <a:spcPts val="0"/>
              </a:spcBef>
              <a:spcAft>
                <a:spcPts val="0"/>
              </a:spcAft>
              <a:buSzPts val="1500"/>
              <a:buFont typeface="Verdana"/>
              <a:buNone/>
              <a:defRPr sz="1500">
                <a:latin typeface="Verdana"/>
                <a:ea typeface="Verdana"/>
                <a:cs typeface="Verdana"/>
                <a:sym typeface="Verdana"/>
              </a:defRPr>
            </a:lvl1pPr>
            <a:lvl2pPr lvl="1"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2pPr>
            <a:lvl3pPr lvl="2"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3pPr>
            <a:lvl4pPr lvl="3"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4pPr>
            <a:lvl5pPr lvl="4"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5pPr>
            <a:lvl6pPr lvl="5"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6pPr>
            <a:lvl7pPr lvl="6"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7pPr>
            <a:lvl8pPr lvl="7"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8pPr>
            <a:lvl9pPr lvl="8" algn="ctr" rtl="0">
              <a:lnSpc>
                <a:spcPct val="100000"/>
              </a:lnSpc>
              <a:spcBef>
                <a:spcPts val="0"/>
              </a:spcBef>
              <a:spcAft>
                <a:spcPts val="0"/>
              </a:spcAft>
              <a:buClr>
                <a:schemeClr val="accent5"/>
              </a:buClr>
              <a:buSzPts val="2100"/>
              <a:buFont typeface="Verdana"/>
              <a:buNone/>
              <a:defRPr sz="2100">
                <a:solidFill>
                  <a:schemeClr val="accent5"/>
                </a:solidFill>
                <a:latin typeface="Verdana"/>
                <a:ea typeface="Verdana"/>
                <a:cs typeface="Verdana"/>
                <a:sym typeface="Verdana"/>
              </a:defRPr>
            </a:lvl9pPr>
          </a:lstStyle>
          <a:p>
            <a:endParaRPr/>
          </a:p>
        </p:txBody>
      </p:sp>
      <p:sp>
        <p:nvSpPr>
          <p:cNvPr id="75" name="Google Shape;75;p14"/>
          <p:cNvSpPr txBox="1">
            <a:spLocks noGrp="1"/>
          </p:cNvSpPr>
          <p:nvPr>
            <p:ph type="body" idx="4"/>
          </p:nvPr>
        </p:nvSpPr>
        <p:spPr>
          <a:xfrm>
            <a:off x="4813725" y="3822525"/>
            <a:ext cx="3999900" cy="208200"/>
          </a:xfrm>
          <a:prstGeom prst="rect">
            <a:avLst/>
          </a:prstGeom>
          <a:noFill/>
          <a:ln>
            <a:noFill/>
          </a:ln>
        </p:spPr>
        <p:txBody>
          <a:bodyPr spcFirstLastPara="1" wrap="square" lIns="91425" tIns="91425" rIns="91425" bIns="91425" anchor="t" anchorCtr="0">
            <a:normAutofit/>
          </a:bodyPr>
          <a:lstStyle>
            <a:lvl1pPr marL="457200" lvl="0" indent="-273050" algn="r" rtl="0">
              <a:lnSpc>
                <a:spcPct val="115000"/>
              </a:lnSpc>
              <a:spcBef>
                <a:spcPts val="0"/>
              </a:spcBef>
              <a:spcAft>
                <a:spcPts val="0"/>
              </a:spcAft>
              <a:buSzPts val="700"/>
              <a:buFont typeface="Verdana"/>
              <a:buChar char="●"/>
              <a:defRPr sz="700">
                <a:latin typeface="Verdana"/>
                <a:ea typeface="Verdana"/>
                <a:cs typeface="Verdana"/>
                <a:sym typeface="Verdana"/>
              </a:defRPr>
            </a:lvl1pPr>
            <a:lvl2pPr marL="914400" lvl="1" indent="-260350" algn="r" rtl="0">
              <a:lnSpc>
                <a:spcPct val="115000"/>
              </a:lnSpc>
              <a:spcBef>
                <a:spcPts val="0"/>
              </a:spcBef>
              <a:spcAft>
                <a:spcPts val="0"/>
              </a:spcAft>
              <a:buSzPts val="500"/>
              <a:buFont typeface="Verdana"/>
              <a:buChar char="○"/>
              <a:defRPr sz="500">
                <a:latin typeface="Verdana"/>
                <a:ea typeface="Verdana"/>
                <a:cs typeface="Verdana"/>
                <a:sym typeface="Verdana"/>
              </a:defRPr>
            </a:lvl2pPr>
            <a:lvl3pPr marL="1371600" lvl="2" indent="-260350" algn="r" rtl="0">
              <a:lnSpc>
                <a:spcPct val="115000"/>
              </a:lnSpc>
              <a:spcBef>
                <a:spcPts val="0"/>
              </a:spcBef>
              <a:spcAft>
                <a:spcPts val="0"/>
              </a:spcAft>
              <a:buSzPts val="500"/>
              <a:buFont typeface="Verdana"/>
              <a:buChar char="■"/>
              <a:defRPr sz="500">
                <a:latin typeface="Verdana"/>
                <a:ea typeface="Verdana"/>
                <a:cs typeface="Verdana"/>
                <a:sym typeface="Verdana"/>
              </a:defRPr>
            </a:lvl3pPr>
            <a:lvl4pPr marL="1828800" lvl="3" indent="-260350" algn="r" rtl="0">
              <a:lnSpc>
                <a:spcPct val="115000"/>
              </a:lnSpc>
              <a:spcBef>
                <a:spcPts val="0"/>
              </a:spcBef>
              <a:spcAft>
                <a:spcPts val="0"/>
              </a:spcAft>
              <a:buSzPts val="500"/>
              <a:buFont typeface="Verdana"/>
              <a:buChar char="●"/>
              <a:defRPr sz="500">
                <a:latin typeface="Verdana"/>
                <a:ea typeface="Verdana"/>
                <a:cs typeface="Verdana"/>
                <a:sym typeface="Verdana"/>
              </a:defRPr>
            </a:lvl4pPr>
            <a:lvl5pPr marL="2286000" lvl="4" indent="-260350" algn="r" rtl="0">
              <a:lnSpc>
                <a:spcPct val="115000"/>
              </a:lnSpc>
              <a:spcBef>
                <a:spcPts val="0"/>
              </a:spcBef>
              <a:spcAft>
                <a:spcPts val="0"/>
              </a:spcAft>
              <a:buSzPts val="500"/>
              <a:buFont typeface="Verdana"/>
              <a:buChar char="○"/>
              <a:defRPr sz="500">
                <a:latin typeface="Verdana"/>
                <a:ea typeface="Verdana"/>
                <a:cs typeface="Verdana"/>
                <a:sym typeface="Verdana"/>
              </a:defRPr>
            </a:lvl5pPr>
            <a:lvl6pPr marL="2743200" lvl="5" indent="-260350" algn="r" rtl="0">
              <a:lnSpc>
                <a:spcPct val="115000"/>
              </a:lnSpc>
              <a:spcBef>
                <a:spcPts val="0"/>
              </a:spcBef>
              <a:spcAft>
                <a:spcPts val="0"/>
              </a:spcAft>
              <a:buSzPts val="500"/>
              <a:buFont typeface="Verdana"/>
              <a:buChar char="■"/>
              <a:defRPr sz="500">
                <a:latin typeface="Verdana"/>
                <a:ea typeface="Verdana"/>
                <a:cs typeface="Verdana"/>
                <a:sym typeface="Verdana"/>
              </a:defRPr>
            </a:lvl6pPr>
            <a:lvl7pPr marL="3200400" lvl="6" indent="-260350" algn="r" rtl="0">
              <a:lnSpc>
                <a:spcPct val="115000"/>
              </a:lnSpc>
              <a:spcBef>
                <a:spcPts val="0"/>
              </a:spcBef>
              <a:spcAft>
                <a:spcPts val="0"/>
              </a:spcAft>
              <a:buSzPts val="500"/>
              <a:buFont typeface="Verdana"/>
              <a:buChar char="●"/>
              <a:defRPr sz="500">
                <a:latin typeface="Verdana"/>
                <a:ea typeface="Verdana"/>
                <a:cs typeface="Verdana"/>
                <a:sym typeface="Verdana"/>
              </a:defRPr>
            </a:lvl7pPr>
            <a:lvl8pPr marL="3657600" lvl="7" indent="-260350" algn="r" rtl="0">
              <a:lnSpc>
                <a:spcPct val="115000"/>
              </a:lnSpc>
              <a:spcBef>
                <a:spcPts val="0"/>
              </a:spcBef>
              <a:spcAft>
                <a:spcPts val="0"/>
              </a:spcAft>
              <a:buSzPts val="500"/>
              <a:buFont typeface="Verdana"/>
              <a:buChar char="○"/>
              <a:defRPr sz="500">
                <a:latin typeface="Verdana"/>
                <a:ea typeface="Verdana"/>
                <a:cs typeface="Verdana"/>
                <a:sym typeface="Verdana"/>
              </a:defRPr>
            </a:lvl8pPr>
            <a:lvl9pPr marL="4114800" lvl="8" indent="-260350" algn="r" rtl="0">
              <a:lnSpc>
                <a:spcPct val="115000"/>
              </a:lnSpc>
              <a:spcBef>
                <a:spcPts val="0"/>
              </a:spcBef>
              <a:spcAft>
                <a:spcPts val="0"/>
              </a:spcAft>
              <a:buSzPts val="500"/>
              <a:buFont typeface="Verdana"/>
              <a:buChar char="■"/>
              <a:defRPr sz="500">
                <a:latin typeface="Verdana"/>
                <a:ea typeface="Verdana"/>
                <a:cs typeface="Verdana"/>
                <a:sym typeface="Verdana"/>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rina">
    <p:bg>
      <p:bgPr>
        <a:blipFill>
          <a:blip r:embed="rId15">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87900" y="458025"/>
            <a:ext cx="8368200" cy="686100"/>
          </a:xfrm>
          <a:prstGeom prst="rect">
            <a:avLst/>
          </a:prstGeom>
          <a:noFill/>
          <a:ln>
            <a:noFill/>
          </a:ln>
        </p:spPr>
        <p:txBody>
          <a:bodyPr spcFirstLastPara="1" wrap="square" lIns="91425" tIns="91425" rIns="91425" bIns="91425" anchor="b" anchorCtr="0">
            <a:normAutofit/>
          </a:bodyPr>
          <a:lstStyle>
            <a:lvl1pPr lvl="0">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1pPr>
            <a:lvl2pPr lvl="1">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2pPr>
            <a:lvl3pPr lvl="2">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3pPr>
            <a:lvl4pPr lvl="3">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4pPr>
            <a:lvl5pPr lvl="4">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5pPr>
            <a:lvl6pPr lvl="5">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6pPr>
            <a:lvl7pPr lvl="6">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7pPr>
            <a:lvl8pPr lvl="7">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8pPr>
            <a:lvl9pPr lvl="8">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9pPr>
          </a:lstStyle>
          <a:p>
            <a:endParaRPr/>
          </a:p>
        </p:txBody>
      </p:sp>
      <p:sp>
        <p:nvSpPr>
          <p:cNvPr id="7" name="Google Shape;7;p1"/>
          <p:cNvSpPr txBox="1">
            <a:spLocks noGrp="1"/>
          </p:cNvSpPr>
          <p:nvPr>
            <p:ph type="body" idx="1"/>
          </p:nvPr>
        </p:nvSpPr>
        <p:spPr>
          <a:xfrm>
            <a:off x="387900" y="1489824"/>
            <a:ext cx="8368200" cy="3078900"/>
          </a:xfrm>
          <a:prstGeom prst="rect">
            <a:avLst/>
          </a:prstGeom>
          <a:noFill/>
          <a:ln>
            <a:noFill/>
          </a:ln>
        </p:spPr>
        <p:txBody>
          <a:bodyPr spcFirstLastPara="1" wrap="square" lIns="91425" tIns="91425" rIns="91425" bIns="91425" anchor="t" anchorCtr="0">
            <a:normAutofit/>
          </a:bodyPr>
          <a:lstStyle>
            <a:lvl1pPr marL="457200" lvl="0" indent="-317500">
              <a:lnSpc>
                <a:spcPct val="115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1pPr>
            <a:lvl2pPr marL="914400" lvl="1" indent="-317500">
              <a:lnSpc>
                <a:spcPct val="115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2pPr>
            <a:lvl3pPr marL="1371600" lvl="2" indent="-317500">
              <a:lnSpc>
                <a:spcPct val="115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3pPr>
            <a:lvl4pPr marL="1828800" lvl="3" indent="-317500">
              <a:lnSpc>
                <a:spcPct val="115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4pPr>
            <a:lvl5pPr marL="2286000" lvl="4" indent="-317500">
              <a:lnSpc>
                <a:spcPct val="115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5pPr>
            <a:lvl6pPr marL="2743200" lvl="5" indent="-317500">
              <a:lnSpc>
                <a:spcPct val="115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6pPr>
            <a:lvl7pPr marL="3200400" lvl="6" indent="-317500">
              <a:lnSpc>
                <a:spcPct val="115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7pPr>
            <a:lvl8pPr marL="3657600" lvl="7" indent="-317500">
              <a:lnSpc>
                <a:spcPct val="115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8pPr>
            <a:lvl9pPr marL="4114800" lvl="8" indent="-317500">
              <a:lnSpc>
                <a:spcPct val="115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1"/>
                </a:solidFill>
                <a:latin typeface="Roboto"/>
                <a:ea typeface="Roboto"/>
                <a:cs typeface="Roboto"/>
                <a:sym typeface="Roboto"/>
              </a:defRPr>
            </a:lvl1pPr>
            <a:lvl2pPr lvl="1" algn="r">
              <a:buNone/>
              <a:defRPr sz="1000">
                <a:solidFill>
                  <a:schemeClr val="dk1"/>
                </a:solidFill>
                <a:latin typeface="Roboto"/>
                <a:ea typeface="Roboto"/>
                <a:cs typeface="Roboto"/>
                <a:sym typeface="Roboto"/>
              </a:defRPr>
            </a:lvl2pPr>
            <a:lvl3pPr lvl="2" algn="r">
              <a:buNone/>
              <a:defRPr sz="1000">
                <a:solidFill>
                  <a:schemeClr val="dk1"/>
                </a:solidFill>
                <a:latin typeface="Roboto"/>
                <a:ea typeface="Roboto"/>
                <a:cs typeface="Roboto"/>
                <a:sym typeface="Roboto"/>
              </a:defRPr>
            </a:lvl3pPr>
            <a:lvl4pPr lvl="3" algn="r">
              <a:buNone/>
              <a:defRPr sz="1000">
                <a:solidFill>
                  <a:schemeClr val="dk1"/>
                </a:solidFill>
                <a:latin typeface="Roboto"/>
                <a:ea typeface="Roboto"/>
                <a:cs typeface="Roboto"/>
                <a:sym typeface="Roboto"/>
              </a:defRPr>
            </a:lvl4pPr>
            <a:lvl5pPr lvl="4" algn="r">
              <a:buNone/>
              <a:defRPr sz="1000">
                <a:solidFill>
                  <a:schemeClr val="dk1"/>
                </a:solidFill>
                <a:latin typeface="Roboto"/>
                <a:ea typeface="Roboto"/>
                <a:cs typeface="Roboto"/>
                <a:sym typeface="Roboto"/>
              </a:defRPr>
            </a:lvl5pPr>
            <a:lvl6pPr lvl="5" algn="r">
              <a:buNone/>
              <a:defRPr sz="1000">
                <a:solidFill>
                  <a:schemeClr val="dk1"/>
                </a:solidFill>
                <a:latin typeface="Roboto"/>
                <a:ea typeface="Roboto"/>
                <a:cs typeface="Roboto"/>
                <a:sym typeface="Roboto"/>
              </a:defRPr>
            </a:lvl6pPr>
            <a:lvl7pPr lvl="6" algn="r">
              <a:buNone/>
              <a:defRPr sz="1000">
                <a:solidFill>
                  <a:schemeClr val="dk1"/>
                </a:solidFill>
                <a:latin typeface="Roboto"/>
                <a:ea typeface="Roboto"/>
                <a:cs typeface="Roboto"/>
                <a:sym typeface="Roboto"/>
              </a:defRPr>
            </a:lvl7pPr>
            <a:lvl8pPr lvl="7" algn="r">
              <a:buNone/>
              <a:defRPr sz="1000">
                <a:solidFill>
                  <a:schemeClr val="dk1"/>
                </a:solidFill>
                <a:latin typeface="Roboto"/>
                <a:ea typeface="Roboto"/>
                <a:cs typeface="Roboto"/>
                <a:sym typeface="Roboto"/>
              </a:defRPr>
            </a:lvl8pPr>
            <a:lvl9pPr lvl="8" algn="r">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2.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2.xml"/><Relationship Id="rId5" Type="http://schemas.openxmlformats.org/officeDocument/2006/relationships/image" Target="../media/image7.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2.xml"/><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2.xml"/><Relationship Id="rId5"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12.xml"/><Relationship Id="rId5" Type="http://schemas.openxmlformats.org/officeDocument/2006/relationships/image" Target="../media/image20.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2.xml"/><Relationship Id="rId5" Type="http://schemas.openxmlformats.org/officeDocument/2006/relationships/image" Target="../media/image22.png"/><Relationship Id="rId4"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Masters Thesis: </a:t>
            </a:r>
            <a:r>
              <a:rPr dirty="0"/>
              <a:t>Stakeholder Chatbot for WICE Data</a:t>
            </a:r>
          </a:p>
        </p:txBody>
      </p:sp>
      <p:sp>
        <p:nvSpPr>
          <p:cNvPr id="4" name="Subtitle 3"/>
          <p:cNvSpPr>
            <a:spLocks noGrp="1"/>
          </p:cNvSpPr>
          <p:nvPr>
            <p:ph type="subTitle" idx="2"/>
          </p:nvPr>
        </p:nvSpPr>
        <p:spPr/>
        <p:txBody>
          <a:bodyPr>
            <a:normAutofit/>
          </a:bodyPr>
          <a:lstStyle/>
          <a:p>
            <a:r>
              <a:rPr dirty="0"/>
              <a:t>Internal AI </a:t>
            </a:r>
            <a:r>
              <a:rPr lang="en-US" dirty="0"/>
              <a:t>Agent</a:t>
            </a:r>
            <a:r>
              <a:rPr dirty="0"/>
              <a:t> for Faster Data Clarification</a:t>
            </a:r>
          </a:p>
        </p:txBody>
      </p:sp>
      <p:sp>
        <p:nvSpPr>
          <p:cNvPr id="5" name="Rectangle 4"/>
          <p:cNvSpPr/>
          <p:nvPr/>
        </p:nvSpPr>
        <p:spPr>
          <a:xfrm>
            <a:off x="228600" y="1508670"/>
            <a:ext cx="8686800" cy="32004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28600" y="1508670"/>
            <a:ext cx="8686800" cy="32004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300" b="0" i="0">
                <a:solidFill>
                  <a:srgbClr val="FFFFFF"/>
                </a:solidFill>
                <a:latin typeface="Proxima Nova"/>
              </a:defRPr>
            </a:pPr>
            <a:endParaRPr/>
          </a:p>
        </p:txBody>
      </p:sp>
      <p:sp>
        <p:nvSpPr>
          <p:cNvPr id="7" name="Rectangle 6"/>
          <p:cNvSpPr/>
          <p:nvPr/>
        </p:nvSpPr>
        <p:spPr>
          <a:xfrm>
            <a:off x="228600" y="1508670"/>
            <a:ext cx="8686800"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451967"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451967" y="1508670"/>
            <a:ext cx="304800" cy="304800"/>
          </a:xfrm>
          <a:prstGeom prst="rect">
            <a:avLst/>
          </a:prstGeom>
          <a:noFill/>
          <a:ln>
            <a:noFill/>
          </a:ln>
        </p:spPr>
        <p:txBody>
          <a:bodyPr wrap="square" lIns="0" tIns="0" rIns="0" bIns="0" anchor="t">
            <a:spAutoFit/>
          </a:bodyPr>
          <a:lstStyle/>
          <a:p>
            <a:pPr algn="ctr"/>
            <a:endParaRPr/>
          </a:p>
        </p:txBody>
      </p:sp>
      <p:pic>
        <p:nvPicPr>
          <p:cNvPr id="16" name="Picture 15" descr="tmp0fv2_sm9.png"/>
          <p:cNvPicPr>
            <a:picLocks noChangeAspect="1"/>
          </p:cNvPicPr>
          <p:nvPr/>
        </p:nvPicPr>
        <p:blipFill>
          <a:blip r:embed="rId3"/>
          <a:stretch>
            <a:fillRect/>
          </a:stretch>
        </p:blipFill>
        <p:spPr>
          <a:xfrm>
            <a:off x="1451967" y="1508670"/>
            <a:ext cx="304800" cy="304800"/>
          </a:xfrm>
          <a:prstGeom prst="rect">
            <a:avLst/>
          </a:prstGeom>
        </p:spPr>
      </p:pic>
      <p:sp>
        <p:nvSpPr>
          <p:cNvPr id="17" name="TextBox 16"/>
          <p:cNvSpPr txBox="1"/>
          <p:nvPr/>
        </p:nvSpPr>
        <p:spPr>
          <a:xfrm>
            <a:off x="228600" y="1927770"/>
            <a:ext cx="2751683" cy="1261884"/>
          </a:xfrm>
          <a:prstGeom prst="rect">
            <a:avLst/>
          </a:prstGeom>
          <a:noFill/>
          <a:ln>
            <a:noFill/>
          </a:ln>
        </p:spPr>
        <p:txBody>
          <a:bodyPr wrap="square" lIns="0" tIns="0" rIns="0" bIns="0" anchor="t">
            <a:spAutoFit/>
          </a:bodyPr>
          <a:lstStyle/>
          <a:p>
            <a:pPr algn="ctr"/>
            <a:r>
              <a:rPr sz="1300" b="1" i="0" dirty="0">
                <a:solidFill>
                  <a:srgbClr val="FFFFFF"/>
                </a:solidFill>
                <a:latin typeface="Verdana"/>
              </a:rPr>
              <a:t>Problem Today</a:t>
            </a:r>
            <a:endParaRPr lang="en-US" sz="1300" b="1" i="0" dirty="0">
              <a:solidFill>
                <a:srgbClr val="FFFFFF"/>
              </a:solidFill>
              <a:latin typeface="Verdana"/>
            </a:endParaRPr>
          </a:p>
          <a:p>
            <a:pPr algn="ctr"/>
            <a:endParaRPr sz="1300" b="1" i="0" dirty="0">
              <a:solidFill>
                <a:srgbClr val="FFFFFF"/>
              </a:solidFill>
              <a:latin typeface="Verdana"/>
            </a:endParaRPr>
          </a:p>
          <a:p>
            <a:pPr algn="ctr">
              <a:spcAft>
                <a:spcPts val="1200"/>
              </a:spcAft>
            </a:pPr>
            <a:r>
              <a:rPr sz="1400" b="0" i="0" dirty="0">
                <a:solidFill>
                  <a:srgbClr val="FFFFFF"/>
                </a:solidFill>
                <a:latin typeface="Verdana"/>
              </a:rPr>
              <a:t>Clarifying WICE data requires emails, meetings, and manual follow-ups, often taking hours or days.</a:t>
            </a:r>
          </a:p>
        </p:txBody>
      </p:sp>
      <p:sp>
        <p:nvSpPr>
          <p:cNvPr id="18" name="Rectangle 17"/>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394150"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394150" y="1508670"/>
            <a:ext cx="304800" cy="304800"/>
          </a:xfrm>
          <a:prstGeom prst="rect">
            <a:avLst/>
          </a:prstGeom>
          <a:noFill/>
          <a:ln>
            <a:noFill/>
          </a:ln>
        </p:spPr>
        <p:txBody>
          <a:bodyPr wrap="square" lIns="0" tIns="0" rIns="0" bIns="0" anchor="t">
            <a:spAutoFit/>
          </a:bodyPr>
          <a:lstStyle/>
          <a:p>
            <a:pPr algn="ctr"/>
            <a:endParaRPr/>
          </a:p>
        </p:txBody>
      </p:sp>
      <p:pic>
        <p:nvPicPr>
          <p:cNvPr id="23" name="Picture 22" descr="tmpuoe_bmpb.png"/>
          <p:cNvPicPr>
            <a:picLocks noChangeAspect="1"/>
          </p:cNvPicPr>
          <p:nvPr/>
        </p:nvPicPr>
        <p:blipFill>
          <a:blip r:embed="rId4"/>
          <a:stretch>
            <a:fillRect/>
          </a:stretch>
        </p:blipFill>
        <p:spPr>
          <a:xfrm>
            <a:off x="4394150" y="1508670"/>
            <a:ext cx="304800" cy="304800"/>
          </a:xfrm>
          <a:prstGeom prst="rect">
            <a:avLst/>
          </a:prstGeom>
        </p:spPr>
      </p:pic>
      <p:sp>
        <p:nvSpPr>
          <p:cNvPr id="24" name="TextBox 23"/>
          <p:cNvSpPr txBox="1"/>
          <p:nvPr/>
        </p:nvSpPr>
        <p:spPr>
          <a:xfrm>
            <a:off x="3170783" y="1927770"/>
            <a:ext cx="2751683" cy="1261884"/>
          </a:xfrm>
          <a:prstGeom prst="rect">
            <a:avLst/>
          </a:prstGeom>
          <a:noFill/>
          <a:ln>
            <a:noFill/>
          </a:ln>
        </p:spPr>
        <p:txBody>
          <a:bodyPr wrap="square" lIns="0" tIns="0" rIns="0" bIns="0" anchor="t">
            <a:spAutoFit/>
          </a:bodyPr>
          <a:lstStyle/>
          <a:p>
            <a:pPr algn="ctr"/>
            <a:r>
              <a:rPr sz="1300" b="1" i="0" dirty="0">
                <a:solidFill>
                  <a:srgbClr val="FFFFFF"/>
                </a:solidFill>
                <a:latin typeface="Verdana"/>
              </a:rPr>
              <a:t>Proposed Solution</a:t>
            </a:r>
            <a:endParaRPr lang="en-US" sz="1300" b="1" i="0" dirty="0">
              <a:solidFill>
                <a:srgbClr val="FFFFFF"/>
              </a:solidFill>
              <a:latin typeface="Verdana"/>
            </a:endParaRPr>
          </a:p>
          <a:p>
            <a:pPr algn="ctr"/>
            <a:endParaRPr sz="1300" b="1" i="0" dirty="0">
              <a:solidFill>
                <a:srgbClr val="FFFFFF"/>
              </a:solidFill>
              <a:latin typeface="Verdana"/>
            </a:endParaRPr>
          </a:p>
          <a:p>
            <a:pPr algn="ctr">
              <a:spcAft>
                <a:spcPts val="1200"/>
              </a:spcAft>
            </a:pPr>
            <a:r>
              <a:rPr sz="1400" b="0" i="0" dirty="0">
                <a:solidFill>
                  <a:srgbClr val="FFFFFF"/>
                </a:solidFill>
                <a:latin typeface="Verdana"/>
              </a:rPr>
              <a:t>An AI-powered chatbot that answers WICE data questions instantly using documented sources.</a:t>
            </a:r>
          </a:p>
        </p:txBody>
      </p:sp>
      <p:sp>
        <p:nvSpPr>
          <p:cNvPr id="25" name="Rectangle 24"/>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336333"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336333" y="1508670"/>
            <a:ext cx="304800" cy="304800"/>
          </a:xfrm>
          <a:prstGeom prst="rect">
            <a:avLst/>
          </a:prstGeom>
          <a:noFill/>
          <a:ln>
            <a:noFill/>
          </a:ln>
        </p:spPr>
        <p:txBody>
          <a:bodyPr wrap="square" lIns="0" tIns="0" rIns="0" bIns="0" anchor="t">
            <a:spAutoFit/>
          </a:bodyPr>
          <a:lstStyle/>
          <a:p>
            <a:pPr algn="ctr"/>
            <a:endParaRPr/>
          </a:p>
        </p:txBody>
      </p:sp>
      <p:pic>
        <p:nvPicPr>
          <p:cNvPr id="30" name="Picture 29" descr="tmppr0anqcv.png"/>
          <p:cNvPicPr>
            <a:picLocks noChangeAspect="1"/>
          </p:cNvPicPr>
          <p:nvPr/>
        </p:nvPicPr>
        <p:blipFill>
          <a:blip r:embed="rId5"/>
          <a:stretch>
            <a:fillRect/>
          </a:stretch>
        </p:blipFill>
        <p:spPr>
          <a:xfrm>
            <a:off x="7336333" y="1508670"/>
            <a:ext cx="304800" cy="304800"/>
          </a:xfrm>
          <a:prstGeom prst="rect">
            <a:avLst/>
          </a:prstGeom>
        </p:spPr>
      </p:pic>
      <p:sp>
        <p:nvSpPr>
          <p:cNvPr id="31" name="TextBox 30"/>
          <p:cNvSpPr txBox="1"/>
          <p:nvPr/>
        </p:nvSpPr>
        <p:spPr>
          <a:xfrm>
            <a:off x="6112966" y="1927770"/>
            <a:ext cx="2751683" cy="1046440"/>
          </a:xfrm>
          <a:prstGeom prst="rect">
            <a:avLst/>
          </a:prstGeom>
          <a:noFill/>
          <a:ln>
            <a:noFill/>
          </a:ln>
        </p:spPr>
        <p:txBody>
          <a:bodyPr wrap="square" lIns="0" tIns="0" rIns="0" bIns="0" anchor="t">
            <a:spAutoFit/>
          </a:bodyPr>
          <a:lstStyle/>
          <a:p>
            <a:pPr algn="ctr"/>
            <a:r>
              <a:rPr sz="1300" b="1" i="0" dirty="0">
                <a:solidFill>
                  <a:srgbClr val="FFFFFF"/>
                </a:solidFill>
                <a:latin typeface="Verdana"/>
              </a:rPr>
              <a:t>Target Users</a:t>
            </a:r>
            <a:endParaRPr lang="en-US" sz="1300" b="1" i="0" dirty="0">
              <a:solidFill>
                <a:srgbClr val="FFFFFF"/>
              </a:solidFill>
              <a:latin typeface="Verdana"/>
            </a:endParaRPr>
          </a:p>
          <a:p>
            <a:pPr algn="ctr"/>
            <a:endParaRPr sz="1300" b="1" i="0" dirty="0">
              <a:solidFill>
                <a:srgbClr val="FFFFFF"/>
              </a:solidFill>
              <a:latin typeface="Verdana"/>
            </a:endParaRPr>
          </a:p>
          <a:p>
            <a:pPr algn="ctr">
              <a:spcAft>
                <a:spcPts val="1200"/>
              </a:spcAft>
            </a:pPr>
            <a:r>
              <a:rPr sz="1400" b="0" i="0" dirty="0">
                <a:solidFill>
                  <a:srgbClr val="FFFFFF"/>
                </a:solidFill>
                <a:latin typeface="Verdana"/>
              </a:rPr>
              <a:t>R&amp;D engineers, managers, product owners, executives, and internal staff.</a:t>
            </a:r>
          </a:p>
        </p:txBody>
      </p:sp>
      <p:sp>
        <p:nvSpPr>
          <p:cNvPr id="2" name="TextBox 1">
            <a:extLst>
              <a:ext uri="{FF2B5EF4-FFF2-40B4-BE49-F238E27FC236}">
                <a16:creationId xmlns:a16="http://schemas.microsoft.com/office/drawing/2014/main" id="{CC8FEE20-A90D-193B-AAB7-2C11AB44EB00}"/>
              </a:ext>
            </a:extLst>
          </p:cNvPr>
          <p:cNvSpPr txBox="1"/>
          <p:nvPr/>
        </p:nvSpPr>
        <p:spPr>
          <a:xfrm>
            <a:off x="5585254" y="4324081"/>
            <a:ext cx="3457838" cy="200055"/>
          </a:xfrm>
          <a:prstGeom prst="rect">
            <a:avLst/>
          </a:prstGeom>
          <a:noFill/>
          <a:ln>
            <a:noFill/>
          </a:ln>
        </p:spPr>
        <p:txBody>
          <a:bodyPr wrap="square" lIns="0" tIns="0" rIns="0" bIns="0" anchor="t">
            <a:spAutoFit/>
          </a:bodyPr>
          <a:lstStyle/>
          <a:p>
            <a:r>
              <a:rPr lang="en-US" sz="1300" b="1" i="0" dirty="0">
                <a:solidFill>
                  <a:srgbClr val="FFFFFF"/>
                </a:solidFill>
                <a:latin typeface="Verdana"/>
              </a:rPr>
              <a:t>Thesis Team</a:t>
            </a:r>
          </a:p>
        </p:txBody>
      </p:sp>
      <p:sp>
        <p:nvSpPr>
          <p:cNvPr id="32" name="TextBox 31">
            <a:extLst>
              <a:ext uri="{FF2B5EF4-FFF2-40B4-BE49-F238E27FC236}">
                <a16:creationId xmlns:a16="http://schemas.microsoft.com/office/drawing/2014/main" id="{4CB1303F-2EB1-C1E9-9B4A-2AB229193908}"/>
              </a:ext>
            </a:extLst>
          </p:cNvPr>
          <p:cNvSpPr txBox="1"/>
          <p:nvPr/>
        </p:nvSpPr>
        <p:spPr>
          <a:xfrm>
            <a:off x="5589370" y="4608288"/>
            <a:ext cx="3457838" cy="430887"/>
          </a:xfrm>
          <a:prstGeom prst="rect">
            <a:avLst/>
          </a:prstGeom>
          <a:noFill/>
          <a:ln>
            <a:noFill/>
          </a:ln>
        </p:spPr>
        <p:txBody>
          <a:bodyPr wrap="square" lIns="0" tIns="0" rIns="0" bIns="0" anchor="t">
            <a:spAutoFit/>
          </a:bodyPr>
          <a:lstStyle/>
          <a:p>
            <a:pPr marL="285750" indent="-285750">
              <a:buClr>
                <a:schemeClr val="tx1"/>
              </a:buClr>
              <a:buFont typeface="Arial" panose="020B0604020202020204" pitchFamily="34" charset="0"/>
              <a:buChar char="•"/>
            </a:pPr>
            <a:r>
              <a:rPr lang="en-US" sz="1400" b="0" i="0" dirty="0">
                <a:solidFill>
                  <a:srgbClr val="FFFFFF"/>
                </a:solidFill>
                <a:latin typeface="Verdana"/>
              </a:rPr>
              <a:t>Deepa Krishnan</a:t>
            </a:r>
          </a:p>
          <a:p>
            <a:pPr marL="285750" indent="-285750">
              <a:spcAft>
                <a:spcPts val="1200"/>
              </a:spcAft>
              <a:buClr>
                <a:schemeClr val="tx1"/>
              </a:buClr>
              <a:buFont typeface="Arial" panose="020B0604020202020204" pitchFamily="34" charset="0"/>
              <a:buChar char="•"/>
            </a:pPr>
            <a:r>
              <a:rPr lang="en-US" dirty="0" err="1">
                <a:solidFill>
                  <a:srgbClr val="FFFFFF"/>
                </a:solidFill>
                <a:latin typeface="Verdana"/>
              </a:rPr>
              <a:t>Punnoose</a:t>
            </a:r>
            <a:r>
              <a:rPr lang="en-US" dirty="0">
                <a:solidFill>
                  <a:srgbClr val="FFFFFF"/>
                </a:solidFill>
                <a:latin typeface="Verdana"/>
              </a:rPr>
              <a:t> </a:t>
            </a:r>
            <a:r>
              <a:rPr lang="en-US" dirty="0" err="1">
                <a:solidFill>
                  <a:srgbClr val="FFFFFF"/>
                </a:solidFill>
                <a:latin typeface="Verdana"/>
              </a:rPr>
              <a:t>Kozhuppakalam</a:t>
            </a:r>
            <a:r>
              <a:rPr lang="en-US" dirty="0">
                <a:solidFill>
                  <a:srgbClr val="FFFFFF"/>
                </a:solidFill>
                <a:latin typeface="Verdana"/>
              </a:rPr>
              <a:t> Thomas</a:t>
            </a:r>
            <a:endParaRPr sz="1400" b="0" i="0" dirty="0">
              <a:solidFill>
                <a:srgbClr val="FFFFFF"/>
              </a:solidFill>
              <a:latin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t>Why This Matters</a:t>
            </a:r>
          </a:p>
        </p:txBody>
      </p:sp>
      <p:sp>
        <p:nvSpPr>
          <p:cNvPr id="4" name="Subtitle 3"/>
          <p:cNvSpPr>
            <a:spLocks noGrp="1"/>
          </p:cNvSpPr>
          <p:nvPr>
            <p:ph type="subTitle" idx="2"/>
          </p:nvPr>
        </p:nvSpPr>
        <p:spPr/>
        <p:txBody>
          <a:bodyPr>
            <a:normAutofit/>
          </a:bodyPr>
          <a:lstStyle/>
          <a:p>
            <a:r>
              <a:t>From Human Dependency to Self-Service</a:t>
            </a:r>
          </a:p>
        </p:txBody>
      </p:sp>
      <p:sp>
        <p:nvSpPr>
          <p:cNvPr id="5" name="Rectangle 4"/>
          <p:cNvSpPr/>
          <p:nvPr/>
        </p:nvSpPr>
        <p:spPr>
          <a:xfrm>
            <a:off x="228600" y="1508670"/>
            <a:ext cx="8686800" cy="32004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28600" y="1508670"/>
            <a:ext cx="8686800" cy="32004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300" b="0" i="0">
                <a:solidFill>
                  <a:srgbClr val="FFFFFF"/>
                </a:solidFill>
                <a:latin typeface="Proxima Nova"/>
              </a:defRPr>
            </a:pPr>
            <a:endParaRPr/>
          </a:p>
        </p:txBody>
      </p:sp>
      <p:sp>
        <p:nvSpPr>
          <p:cNvPr id="7" name="Rectangle 6"/>
          <p:cNvSpPr/>
          <p:nvPr/>
        </p:nvSpPr>
        <p:spPr>
          <a:xfrm>
            <a:off x="228600" y="1508670"/>
            <a:ext cx="8686800"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451967"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451967" y="1508670"/>
            <a:ext cx="304800" cy="304800"/>
          </a:xfrm>
          <a:prstGeom prst="rect">
            <a:avLst/>
          </a:prstGeom>
          <a:noFill/>
          <a:ln>
            <a:noFill/>
          </a:ln>
        </p:spPr>
        <p:txBody>
          <a:bodyPr wrap="square" lIns="0" tIns="0" rIns="0" bIns="0" anchor="t">
            <a:spAutoFit/>
          </a:bodyPr>
          <a:lstStyle/>
          <a:p>
            <a:pPr algn="ctr"/>
            <a:endParaRPr/>
          </a:p>
        </p:txBody>
      </p:sp>
      <p:pic>
        <p:nvPicPr>
          <p:cNvPr id="16" name="Picture 15" descr="tmpgue6u6dz.png"/>
          <p:cNvPicPr>
            <a:picLocks noChangeAspect="1"/>
          </p:cNvPicPr>
          <p:nvPr/>
        </p:nvPicPr>
        <p:blipFill>
          <a:blip r:embed="rId3"/>
          <a:stretch>
            <a:fillRect/>
          </a:stretch>
        </p:blipFill>
        <p:spPr>
          <a:xfrm>
            <a:off x="1451967" y="1508670"/>
            <a:ext cx="304800" cy="304800"/>
          </a:xfrm>
          <a:prstGeom prst="rect">
            <a:avLst/>
          </a:prstGeom>
        </p:spPr>
      </p:pic>
      <p:sp>
        <p:nvSpPr>
          <p:cNvPr id="17" name="TextBox 16"/>
          <p:cNvSpPr txBox="1"/>
          <p:nvPr/>
        </p:nvSpPr>
        <p:spPr>
          <a:xfrm>
            <a:off x="228600" y="1927770"/>
            <a:ext cx="2751683" cy="1046440"/>
          </a:xfrm>
          <a:prstGeom prst="rect">
            <a:avLst/>
          </a:prstGeom>
          <a:noFill/>
          <a:ln>
            <a:noFill/>
          </a:ln>
        </p:spPr>
        <p:txBody>
          <a:bodyPr wrap="square" lIns="0" tIns="0" rIns="0" bIns="0" anchor="t">
            <a:spAutoFit/>
          </a:bodyPr>
          <a:lstStyle/>
          <a:p>
            <a:pPr algn="ctr"/>
            <a:r>
              <a:rPr sz="1300" b="1" i="0" dirty="0">
                <a:solidFill>
                  <a:srgbClr val="FFFFFF"/>
                </a:solidFill>
                <a:latin typeface="Verdana"/>
              </a:rPr>
              <a:t>Efficiency Gain</a:t>
            </a:r>
            <a:endParaRPr lang="en-US" sz="1300" b="1" i="0" dirty="0">
              <a:solidFill>
                <a:srgbClr val="FFFFFF"/>
              </a:solidFill>
              <a:latin typeface="Verdana"/>
            </a:endParaRPr>
          </a:p>
          <a:p>
            <a:pPr algn="ctr"/>
            <a:endParaRPr sz="1300" b="1" i="0" dirty="0">
              <a:solidFill>
                <a:srgbClr val="FFFFFF"/>
              </a:solidFill>
              <a:latin typeface="Verdana"/>
            </a:endParaRPr>
          </a:p>
          <a:p>
            <a:pPr algn="ctr">
              <a:spcAft>
                <a:spcPts val="1200"/>
              </a:spcAft>
            </a:pPr>
            <a:r>
              <a:rPr sz="1400" b="0" i="0" dirty="0">
                <a:solidFill>
                  <a:srgbClr val="FFFFFF"/>
                </a:solidFill>
                <a:latin typeface="Verdana"/>
              </a:rPr>
              <a:t>Reduces dependency on WICE team members for routine clarifications.</a:t>
            </a:r>
          </a:p>
        </p:txBody>
      </p:sp>
      <p:sp>
        <p:nvSpPr>
          <p:cNvPr id="18" name="Rectangle 17"/>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394150"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394150" y="1508670"/>
            <a:ext cx="304800" cy="304800"/>
          </a:xfrm>
          <a:prstGeom prst="rect">
            <a:avLst/>
          </a:prstGeom>
          <a:noFill/>
          <a:ln>
            <a:noFill/>
          </a:ln>
        </p:spPr>
        <p:txBody>
          <a:bodyPr wrap="square" lIns="0" tIns="0" rIns="0" bIns="0" anchor="t">
            <a:spAutoFit/>
          </a:bodyPr>
          <a:lstStyle/>
          <a:p>
            <a:pPr algn="ctr"/>
            <a:endParaRPr/>
          </a:p>
        </p:txBody>
      </p:sp>
      <p:pic>
        <p:nvPicPr>
          <p:cNvPr id="23" name="Picture 22" descr="tmpjyc8rokj.png"/>
          <p:cNvPicPr>
            <a:picLocks noChangeAspect="1"/>
          </p:cNvPicPr>
          <p:nvPr/>
        </p:nvPicPr>
        <p:blipFill>
          <a:blip r:embed="rId4"/>
          <a:stretch>
            <a:fillRect/>
          </a:stretch>
        </p:blipFill>
        <p:spPr>
          <a:xfrm>
            <a:off x="4394150" y="1508670"/>
            <a:ext cx="304800" cy="304800"/>
          </a:xfrm>
          <a:prstGeom prst="rect">
            <a:avLst/>
          </a:prstGeom>
        </p:spPr>
      </p:pic>
      <p:sp>
        <p:nvSpPr>
          <p:cNvPr id="24" name="TextBox 23"/>
          <p:cNvSpPr txBox="1"/>
          <p:nvPr/>
        </p:nvSpPr>
        <p:spPr>
          <a:xfrm>
            <a:off x="3170783" y="1927770"/>
            <a:ext cx="2751683" cy="1046440"/>
          </a:xfrm>
          <a:prstGeom prst="rect">
            <a:avLst/>
          </a:prstGeom>
          <a:noFill/>
          <a:ln>
            <a:noFill/>
          </a:ln>
        </p:spPr>
        <p:txBody>
          <a:bodyPr wrap="square" lIns="0" tIns="0" rIns="0" bIns="0" anchor="t">
            <a:spAutoFit/>
          </a:bodyPr>
          <a:lstStyle/>
          <a:p>
            <a:pPr algn="ctr"/>
            <a:r>
              <a:rPr sz="1300" b="1" i="0" dirty="0">
                <a:solidFill>
                  <a:srgbClr val="FFFFFF"/>
                </a:solidFill>
                <a:latin typeface="Verdana"/>
              </a:rPr>
              <a:t>Faster Decisions</a:t>
            </a:r>
            <a:endParaRPr lang="en-US" sz="1300" b="1" i="0" dirty="0">
              <a:solidFill>
                <a:srgbClr val="FFFFFF"/>
              </a:solidFill>
              <a:latin typeface="Verdana"/>
            </a:endParaRPr>
          </a:p>
          <a:p>
            <a:pPr algn="ctr"/>
            <a:endParaRPr sz="1300" b="1" i="0" dirty="0">
              <a:solidFill>
                <a:srgbClr val="FFFFFF"/>
              </a:solidFill>
              <a:latin typeface="Verdana"/>
            </a:endParaRPr>
          </a:p>
          <a:p>
            <a:pPr algn="ctr">
              <a:spcAft>
                <a:spcPts val="1200"/>
              </a:spcAft>
            </a:pPr>
            <a:r>
              <a:rPr sz="1400" b="0" i="0" dirty="0">
                <a:solidFill>
                  <a:srgbClr val="FFFFFF"/>
                </a:solidFill>
                <a:latin typeface="Verdana"/>
              </a:rPr>
              <a:t>Stakeholders get answers in seconds while staying in their workflow.</a:t>
            </a:r>
          </a:p>
        </p:txBody>
      </p:sp>
      <p:sp>
        <p:nvSpPr>
          <p:cNvPr id="25" name="Rectangle 24"/>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336333"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336333" y="1508670"/>
            <a:ext cx="304800" cy="304800"/>
          </a:xfrm>
          <a:prstGeom prst="rect">
            <a:avLst/>
          </a:prstGeom>
          <a:noFill/>
          <a:ln>
            <a:noFill/>
          </a:ln>
        </p:spPr>
        <p:txBody>
          <a:bodyPr wrap="square" lIns="0" tIns="0" rIns="0" bIns="0" anchor="t">
            <a:spAutoFit/>
          </a:bodyPr>
          <a:lstStyle/>
          <a:p>
            <a:pPr algn="ctr"/>
            <a:endParaRPr/>
          </a:p>
        </p:txBody>
      </p:sp>
      <p:pic>
        <p:nvPicPr>
          <p:cNvPr id="30" name="Picture 29" descr="tmpux728nw9.png"/>
          <p:cNvPicPr>
            <a:picLocks noChangeAspect="1"/>
          </p:cNvPicPr>
          <p:nvPr/>
        </p:nvPicPr>
        <p:blipFill>
          <a:blip r:embed="rId5"/>
          <a:stretch>
            <a:fillRect/>
          </a:stretch>
        </p:blipFill>
        <p:spPr>
          <a:xfrm>
            <a:off x="7336333" y="1508670"/>
            <a:ext cx="304800" cy="304800"/>
          </a:xfrm>
          <a:prstGeom prst="rect">
            <a:avLst/>
          </a:prstGeom>
        </p:spPr>
      </p:pic>
      <p:sp>
        <p:nvSpPr>
          <p:cNvPr id="31" name="TextBox 30"/>
          <p:cNvSpPr txBox="1"/>
          <p:nvPr/>
        </p:nvSpPr>
        <p:spPr>
          <a:xfrm>
            <a:off x="6112966" y="1927770"/>
            <a:ext cx="2751683" cy="1046440"/>
          </a:xfrm>
          <a:prstGeom prst="rect">
            <a:avLst/>
          </a:prstGeom>
          <a:noFill/>
          <a:ln>
            <a:noFill/>
          </a:ln>
        </p:spPr>
        <p:txBody>
          <a:bodyPr wrap="square" lIns="0" tIns="0" rIns="0" bIns="0" anchor="t">
            <a:spAutoFit/>
          </a:bodyPr>
          <a:lstStyle/>
          <a:p>
            <a:pPr algn="ctr"/>
            <a:r>
              <a:rPr sz="1300" b="1" i="0" dirty="0">
                <a:solidFill>
                  <a:srgbClr val="FFFFFF"/>
                </a:solidFill>
                <a:latin typeface="Verdana"/>
              </a:rPr>
              <a:t>Knowledge Consistency</a:t>
            </a:r>
            <a:endParaRPr lang="en-US" sz="1300" b="1" i="0" dirty="0">
              <a:solidFill>
                <a:srgbClr val="FFFFFF"/>
              </a:solidFill>
              <a:latin typeface="Verdana"/>
            </a:endParaRPr>
          </a:p>
          <a:p>
            <a:pPr algn="ctr"/>
            <a:endParaRPr sz="1300" b="1" i="0" dirty="0">
              <a:solidFill>
                <a:srgbClr val="FFFFFF"/>
              </a:solidFill>
              <a:latin typeface="Verdana"/>
            </a:endParaRPr>
          </a:p>
          <a:p>
            <a:pPr algn="ctr">
              <a:spcAft>
                <a:spcPts val="1200"/>
              </a:spcAft>
            </a:pPr>
            <a:r>
              <a:rPr sz="1400" b="0" i="0" dirty="0">
                <a:solidFill>
                  <a:srgbClr val="FFFFFF"/>
                </a:solidFill>
                <a:latin typeface="Verdana"/>
              </a:rPr>
              <a:t>Answers are grounded in documentation and data, not human memory.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t>Scope &amp; Intent</a:t>
            </a:r>
          </a:p>
        </p:txBody>
      </p:sp>
      <p:sp>
        <p:nvSpPr>
          <p:cNvPr id="4" name="Subtitle 3"/>
          <p:cNvSpPr>
            <a:spLocks noGrp="1"/>
          </p:cNvSpPr>
          <p:nvPr>
            <p:ph type="subTitle" idx="2"/>
          </p:nvPr>
        </p:nvSpPr>
        <p:spPr/>
        <p:txBody>
          <a:bodyPr>
            <a:normAutofit/>
          </a:bodyPr>
          <a:lstStyle/>
          <a:p>
            <a:r>
              <a:t>Focused, Internal, and Extendable</a:t>
            </a:r>
          </a:p>
        </p:txBody>
      </p:sp>
      <p:sp>
        <p:nvSpPr>
          <p:cNvPr id="5" name="Rectangle 4"/>
          <p:cNvSpPr/>
          <p:nvPr/>
        </p:nvSpPr>
        <p:spPr>
          <a:xfrm>
            <a:off x="228600" y="1508670"/>
            <a:ext cx="8686800" cy="32004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28600" y="1508670"/>
            <a:ext cx="8686800" cy="32004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300" b="0" i="0">
                <a:solidFill>
                  <a:srgbClr val="FFFFFF"/>
                </a:solidFill>
                <a:latin typeface="Proxima Nova"/>
              </a:defRPr>
            </a:pPr>
            <a:endParaRPr/>
          </a:p>
        </p:txBody>
      </p:sp>
      <p:sp>
        <p:nvSpPr>
          <p:cNvPr id="7" name="Rectangle 6"/>
          <p:cNvSpPr/>
          <p:nvPr/>
        </p:nvSpPr>
        <p:spPr>
          <a:xfrm>
            <a:off x="228600" y="1508670"/>
            <a:ext cx="8686800"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451967"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451967" y="1508670"/>
            <a:ext cx="304800" cy="304800"/>
          </a:xfrm>
          <a:prstGeom prst="rect">
            <a:avLst/>
          </a:prstGeom>
          <a:noFill/>
          <a:ln>
            <a:noFill/>
          </a:ln>
        </p:spPr>
        <p:txBody>
          <a:bodyPr wrap="square" lIns="0" tIns="0" rIns="0" bIns="0" anchor="t">
            <a:spAutoFit/>
          </a:bodyPr>
          <a:lstStyle/>
          <a:p>
            <a:pPr algn="ctr"/>
            <a:endParaRPr/>
          </a:p>
        </p:txBody>
      </p:sp>
      <p:pic>
        <p:nvPicPr>
          <p:cNvPr id="16" name="Picture 15" descr="tmprvt6o0g8.png"/>
          <p:cNvPicPr>
            <a:picLocks noChangeAspect="1"/>
          </p:cNvPicPr>
          <p:nvPr/>
        </p:nvPicPr>
        <p:blipFill>
          <a:blip r:embed="rId3"/>
          <a:stretch>
            <a:fillRect/>
          </a:stretch>
        </p:blipFill>
        <p:spPr>
          <a:xfrm>
            <a:off x="1451967" y="1508670"/>
            <a:ext cx="304800" cy="304800"/>
          </a:xfrm>
          <a:prstGeom prst="rect">
            <a:avLst/>
          </a:prstGeom>
        </p:spPr>
      </p:pic>
      <p:sp>
        <p:nvSpPr>
          <p:cNvPr id="17" name="TextBox 16"/>
          <p:cNvSpPr txBox="1"/>
          <p:nvPr/>
        </p:nvSpPr>
        <p:spPr>
          <a:xfrm>
            <a:off x="228600" y="1927770"/>
            <a:ext cx="2751683" cy="1046440"/>
          </a:xfrm>
          <a:prstGeom prst="rect">
            <a:avLst/>
          </a:prstGeom>
          <a:noFill/>
          <a:ln>
            <a:noFill/>
          </a:ln>
        </p:spPr>
        <p:txBody>
          <a:bodyPr wrap="square" lIns="0" tIns="0" rIns="0" bIns="0" anchor="t">
            <a:spAutoFit/>
          </a:bodyPr>
          <a:lstStyle/>
          <a:p>
            <a:pPr algn="ctr"/>
            <a:r>
              <a:rPr sz="1300" b="1" i="0" dirty="0">
                <a:solidFill>
                  <a:srgbClr val="FFFFFF"/>
                </a:solidFill>
                <a:latin typeface="Verdana"/>
              </a:rPr>
              <a:t>Scope</a:t>
            </a:r>
            <a:endParaRPr lang="en-US" sz="1300" b="1" i="0" dirty="0">
              <a:solidFill>
                <a:srgbClr val="FFFFFF"/>
              </a:solidFill>
              <a:latin typeface="Verdana"/>
            </a:endParaRPr>
          </a:p>
          <a:p>
            <a:pPr algn="ctr"/>
            <a:endParaRPr sz="1300" b="1" i="0" dirty="0">
              <a:solidFill>
                <a:srgbClr val="FFFFFF"/>
              </a:solidFill>
              <a:latin typeface="Verdana"/>
            </a:endParaRPr>
          </a:p>
          <a:p>
            <a:pPr algn="ctr">
              <a:spcAft>
                <a:spcPts val="1200"/>
              </a:spcAft>
            </a:pPr>
            <a:r>
              <a:rPr sz="1400" b="0" i="0" dirty="0">
                <a:solidFill>
                  <a:srgbClr val="FFFFFF"/>
                </a:solidFill>
                <a:latin typeface="Verdana"/>
              </a:rPr>
              <a:t>Limited to WICE-related data, documentation, and governance queries.</a:t>
            </a:r>
          </a:p>
        </p:txBody>
      </p:sp>
      <p:sp>
        <p:nvSpPr>
          <p:cNvPr id="18" name="Rectangle 17"/>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394150"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394150" y="1508670"/>
            <a:ext cx="304800" cy="304800"/>
          </a:xfrm>
          <a:prstGeom prst="rect">
            <a:avLst/>
          </a:prstGeom>
          <a:noFill/>
          <a:ln>
            <a:noFill/>
          </a:ln>
        </p:spPr>
        <p:txBody>
          <a:bodyPr wrap="square" lIns="0" tIns="0" rIns="0" bIns="0" anchor="t">
            <a:spAutoFit/>
          </a:bodyPr>
          <a:lstStyle/>
          <a:p>
            <a:pPr algn="ctr"/>
            <a:endParaRPr/>
          </a:p>
        </p:txBody>
      </p:sp>
      <p:pic>
        <p:nvPicPr>
          <p:cNvPr id="23" name="Picture 22" descr="tmpk8_whx26.png"/>
          <p:cNvPicPr>
            <a:picLocks noChangeAspect="1"/>
          </p:cNvPicPr>
          <p:nvPr/>
        </p:nvPicPr>
        <p:blipFill>
          <a:blip r:embed="rId4"/>
          <a:stretch>
            <a:fillRect/>
          </a:stretch>
        </p:blipFill>
        <p:spPr>
          <a:xfrm>
            <a:off x="4394150" y="1508670"/>
            <a:ext cx="304800" cy="304800"/>
          </a:xfrm>
          <a:prstGeom prst="rect">
            <a:avLst/>
          </a:prstGeom>
        </p:spPr>
      </p:pic>
      <p:sp>
        <p:nvSpPr>
          <p:cNvPr id="24" name="TextBox 23"/>
          <p:cNvSpPr txBox="1"/>
          <p:nvPr/>
        </p:nvSpPr>
        <p:spPr>
          <a:xfrm>
            <a:off x="3170783" y="1927770"/>
            <a:ext cx="2751683" cy="830997"/>
          </a:xfrm>
          <a:prstGeom prst="rect">
            <a:avLst/>
          </a:prstGeom>
          <a:noFill/>
          <a:ln>
            <a:noFill/>
          </a:ln>
        </p:spPr>
        <p:txBody>
          <a:bodyPr wrap="square" lIns="0" tIns="0" rIns="0" bIns="0" anchor="t">
            <a:spAutoFit/>
          </a:bodyPr>
          <a:lstStyle/>
          <a:p>
            <a:pPr algn="ctr"/>
            <a:r>
              <a:rPr sz="1300" b="1" i="0" dirty="0">
                <a:solidFill>
                  <a:srgbClr val="FFFFFF"/>
                </a:solidFill>
                <a:latin typeface="Verdana"/>
              </a:rPr>
              <a:t>Product Type</a:t>
            </a:r>
            <a:endParaRPr lang="en-US" sz="1300" b="1" i="0" dirty="0">
              <a:solidFill>
                <a:srgbClr val="FFFFFF"/>
              </a:solidFill>
              <a:latin typeface="Verdana"/>
            </a:endParaRPr>
          </a:p>
          <a:p>
            <a:pPr algn="ctr"/>
            <a:endParaRPr sz="1300" b="1" i="0" dirty="0">
              <a:solidFill>
                <a:srgbClr val="FFFFFF"/>
              </a:solidFill>
              <a:latin typeface="Verdana"/>
            </a:endParaRPr>
          </a:p>
          <a:p>
            <a:pPr algn="ctr">
              <a:spcAft>
                <a:spcPts val="1200"/>
              </a:spcAft>
            </a:pPr>
            <a:r>
              <a:rPr sz="1400" b="0" i="0" dirty="0">
                <a:solidFill>
                  <a:srgbClr val="FFFFFF"/>
                </a:solidFill>
                <a:latin typeface="Verdana"/>
              </a:rPr>
              <a:t>Proof of concept with a clear path to production readiness.</a:t>
            </a:r>
          </a:p>
        </p:txBody>
      </p:sp>
      <p:sp>
        <p:nvSpPr>
          <p:cNvPr id="25" name="Rectangle 24"/>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336333"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336333" y="1508670"/>
            <a:ext cx="304800" cy="304800"/>
          </a:xfrm>
          <a:prstGeom prst="rect">
            <a:avLst/>
          </a:prstGeom>
          <a:noFill/>
          <a:ln>
            <a:noFill/>
          </a:ln>
        </p:spPr>
        <p:txBody>
          <a:bodyPr wrap="square" lIns="0" tIns="0" rIns="0" bIns="0" anchor="t">
            <a:spAutoFit/>
          </a:bodyPr>
          <a:lstStyle/>
          <a:p>
            <a:pPr algn="ctr"/>
            <a:endParaRPr/>
          </a:p>
        </p:txBody>
      </p:sp>
      <p:pic>
        <p:nvPicPr>
          <p:cNvPr id="30" name="Picture 29" descr="tmpj6tlsrp9.png"/>
          <p:cNvPicPr>
            <a:picLocks noChangeAspect="1"/>
          </p:cNvPicPr>
          <p:nvPr/>
        </p:nvPicPr>
        <p:blipFill>
          <a:blip r:embed="rId5"/>
          <a:stretch>
            <a:fillRect/>
          </a:stretch>
        </p:blipFill>
        <p:spPr>
          <a:xfrm>
            <a:off x="7336333" y="1508670"/>
            <a:ext cx="304800" cy="304800"/>
          </a:xfrm>
          <a:prstGeom prst="rect">
            <a:avLst/>
          </a:prstGeom>
        </p:spPr>
      </p:pic>
      <p:sp>
        <p:nvSpPr>
          <p:cNvPr id="31" name="TextBox 30"/>
          <p:cNvSpPr txBox="1"/>
          <p:nvPr/>
        </p:nvSpPr>
        <p:spPr>
          <a:xfrm>
            <a:off x="6112966" y="1927770"/>
            <a:ext cx="2751683" cy="1061829"/>
          </a:xfrm>
          <a:prstGeom prst="rect">
            <a:avLst/>
          </a:prstGeom>
          <a:noFill/>
          <a:ln>
            <a:noFill/>
          </a:ln>
        </p:spPr>
        <p:txBody>
          <a:bodyPr wrap="square" lIns="0" tIns="0" rIns="0" bIns="0" anchor="t">
            <a:spAutoFit/>
          </a:bodyPr>
          <a:lstStyle/>
          <a:p>
            <a:pPr algn="ctr"/>
            <a:r>
              <a:rPr sz="1300" b="1" i="0" dirty="0">
                <a:solidFill>
                  <a:srgbClr val="FFFFFF"/>
                </a:solidFill>
                <a:latin typeface="Verdana"/>
              </a:rPr>
              <a:t>Access Model</a:t>
            </a:r>
          </a:p>
          <a:p>
            <a:pPr algn="ctr"/>
            <a:endParaRPr lang="en-US" sz="1400" b="0" i="0" dirty="0">
              <a:solidFill>
                <a:srgbClr val="FFFFFF"/>
              </a:solidFill>
              <a:latin typeface="Verdana"/>
            </a:endParaRPr>
          </a:p>
          <a:p>
            <a:pPr algn="ctr">
              <a:spcAft>
                <a:spcPts val="1200"/>
              </a:spcAft>
            </a:pPr>
            <a:r>
              <a:rPr sz="1400" b="0" i="0" dirty="0">
                <a:solidFill>
                  <a:srgbClr val="FFFFFF"/>
                </a:solidFill>
                <a:latin typeface="Verdana"/>
              </a:rPr>
              <a:t>Available internally via Microsoft Teams within the Sweden intranet.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dirty="0"/>
              <a:t>Comparative Workflow Strategies</a:t>
            </a:r>
          </a:p>
        </p:txBody>
      </p:sp>
      <p:sp>
        <p:nvSpPr>
          <p:cNvPr id="4" name="Subtitle 3"/>
          <p:cNvSpPr>
            <a:spLocks noGrp="1"/>
          </p:cNvSpPr>
          <p:nvPr>
            <p:ph type="subTitle" idx="2"/>
          </p:nvPr>
        </p:nvSpPr>
        <p:spPr/>
        <p:txBody>
          <a:bodyPr>
            <a:normAutofit/>
          </a:bodyPr>
          <a:lstStyle/>
          <a:p>
            <a:r>
              <a:t>Copilot No‑Code vs Traditional Agentic Approaches</a:t>
            </a:r>
          </a:p>
        </p:txBody>
      </p:sp>
      <p:sp>
        <p:nvSpPr>
          <p:cNvPr id="5" name="Rectangle 4"/>
          <p:cNvSpPr/>
          <p:nvPr/>
        </p:nvSpPr>
        <p:spPr>
          <a:xfrm>
            <a:off x="228600" y="1508670"/>
            <a:ext cx="8686800" cy="32004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28600" y="1508670"/>
            <a:ext cx="8686800" cy="32004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300" b="0" i="0">
                <a:solidFill>
                  <a:srgbClr val="FFFFFF"/>
                </a:solidFill>
                <a:latin typeface="Proxima Nova"/>
              </a:defRPr>
            </a:pPr>
            <a:endParaRPr/>
          </a:p>
        </p:txBody>
      </p:sp>
      <p:sp>
        <p:nvSpPr>
          <p:cNvPr id="7" name="Rectangle 6"/>
          <p:cNvSpPr/>
          <p:nvPr/>
        </p:nvSpPr>
        <p:spPr>
          <a:xfrm>
            <a:off x="228600" y="1508670"/>
            <a:ext cx="8686800"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451967"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451967" y="1508670"/>
            <a:ext cx="304800" cy="304800"/>
          </a:xfrm>
          <a:prstGeom prst="rect">
            <a:avLst/>
          </a:prstGeom>
          <a:noFill/>
          <a:ln>
            <a:noFill/>
          </a:ln>
        </p:spPr>
        <p:txBody>
          <a:bodyPr wrap="square" lIns="0" tIns="0" rIns="0" bIns="0" anchor="t">
            <a:spAutoFit/>
          </a:bodyPr>
          <a:lstStyle/>
          <a:p>
            <a:pPr algn="ctr"/>
            <a:endParaRPr/>
          </a:p>
        </p:txBody>
      </p:sp>
      <p:pic>
        <p:nvPicPr>
          <p:cNvPr id="16" name="Picture 15" descr="tmpuoe_bmpb.png"/>
          <p:cNvPicPr>
            <a:picLocks noChangeAspect="1"/>
          </p:cNvPicPr>
          <p:nvPr/>
        </p:nvPicPr>
        <p:blipFill>
          <a:blip r:embed="rId3"/>
          <a:stretch>
            <a:fillRect/>
          </a:stretch>
        </p:blipFill>
        <p:spPr>
          <a:xfrm>
            <a:off x="1451967" y="1508670"/>
            <a:ext cx="304800" cy="304800"/>
          </a:xfrm>
          <a:prstGeom prst="rect">
            <a:avLst/>
          </a:prstGeom>
        </p:spPr>
      </p:pic>
      <p:sp>
        <p:nvSpPr>
          <p:cNvPr id="17" name="TextBox 16"/>
          <p:cNvSpPr txBox="1"/>
          <p:nvPr/>
        </p:nvSpPr>
        <p:spPr>
          <a:xfrm>
            <a:off x="228600" y="1927770"/>
            <a:ext cx="2751683" cy="400110"/>
          </a:xfrm>
          <a:prstGeom prst="rect">
            <a:avLst/>
          </a:prstGeom>
          <a:noFill/>
          <a:ln>
            <a:noFill/>
          </a:ln>
        </p:spPr>
        <p:txBody>
          <a:bodyPr wrap="square" lIns="0" tIns="0" rIns="0" bIns="0" anchor="t">
            <a:spAutoFit/>
          </a:bodyPr>
          <a:lstStyle/>
          <a:p>
            <a:pPr algn="ctr"/>
            <a:r>
              <a:rPr sz="1300" b="1" i="0" dirty="0">
                <a:solidFill>
                  <a:srgbClr val="FFFFFF"/>
                </a:solidFill>
                <a:latin typeface="Verdana"/>
              </a:rPr>
              <a:t>Proposed Copilot No‑Code Workflow</a:t>
            </a:r>
          </a:p>
        </p:txBody>
      </p:sp>
      <p:sp>
        <p:nvSpPr>
          <p:cNvPr id="18" name="Rectangle 17"/>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394150"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394150" y="1508670"/>
            <a:ext cx="304800" cy="304800"/>
          </a:xfrm>
          <a:prstGeom prst="rect">
            <a:avLst/>
          </a:prstGeom>
          <a:noFill/>
          <a:ln>
            <a:noFill/>
          </a:ln>
        </p:spPr>
        <p:txBody>
          <a:bodyPr wrap="square" lIns="0" tIns="0" rIns="0" bIns="0" anchor="t">
            <a:spAutoFit/>
          </a:bodyPr>
          <a:lstStyle/>
          <a:p>
            <a:pPr algn="ctr"/>
            <a:endParaRPr/>
          </a:p>
        </p:txBody>
      </p:sp>
      <p:pic>
        <p:nvPicPr>
          <p:cNvPr id="23" name="Picture 22" descr="tmprnahgr87.png"/>
          <p:cNvPicPr>
            <a:picLocks noChangeAspect="1"/>
          </p:cNvPicPr>
          <p:nvPr/>
        </p:nvPicPr>
        <p:blipFill>
          <a:blip r:embed="rId4"/>
          <a:stretch>
            <a:fillRect/>
          </a:stretch>
        </p:blipFill>
        <p:spPr>
          <a:xfrm>
            <a:off x="4394150" y="1508670"/>
            <a:ext cx="304800" cy="304800"/>
          </a:xfrm>
          <a:prstGeom prst="rect">
            <a:avLst/>
          </a:prstGeom>
        </p:spPr>
      </p:pic>
      <p:sp>
        <p:nvSpPr>
          <p:cNvPr id="24" name="TextBox 23"/>
          <p:cNvSpPr txBox="1"/>
          <p:nvPr/>
        </p:nvSpPr>
        <p:spPr>
          <a:xfrm>
            <a:off x="3170783" y="1927770"/>
            <a:ext cx="2751683" cy="600164"/>
          </a:xfrm>
          <a:prstGeom prst="rect">
            <a:avLst/>
          </a:prstGeom>
          <a:noFill/>
          <a:ln>
            <a:noFill/>
          </a:ln>
        </p:spPr>
        <p:txBody>
          <a:bodyPr wrap="square" lIns="0" tIns="0" rIns="0" bIns="0" anchor="t">
            <a:spAutoFit/>
          </a:bodyPr>
          <a:lstStyle/>
          <a:p>
            <a:pPr algn="ctr"/>
            <a:r>
              <a:rPr sz="1300" b="1" i="0" dirty="0">
                <a:solidFill>
                  <a:srgbClr val="FFFFFF"/>
                </a:solidFill>
                <a:latin typeface="Verdana"/>
              </a:rPr>
              <a:t>Proposed Traditional Agentic Workflow</a:t>
            </a:r>
            <a:endParaRPr lang="en-US" sz="1300" b="1" i="0" dirty="0">
              <a:solidFill>
                <a:srgbClr val="FFFFFF"/>
              </a:solidFill>
              <a:latin typeface="Verdana"/>
            </a:endParaRPr>
          </a:p>
          <a:p>
            <a:pPr algn="ctr"/>
            <a:endParaRPr sz="1300" b="1" i="0" dirty="0">
              <a:solidFill>
                <a:srgbClr val="FFFFFF"/>
              </a:solidFill>
              <a:latin typeface="Verdana"/>
            </a:endParaRPr>
          </a:p>
        </p:txBody>
      </p:sp>
      <p:sp>
        <p:nvSpPr>
          <p:cNvPr id="25" name="Rectangle 24"/>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336333"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336333" y="1508670"/>
            <a:ext cx="304800" cy="304800"/>
          </a:xfrm>
          <a:prstGeom prst="rect">
            <a:avLst/>
          </a:prstGeom>
          <a:noFill/>
          <a:ln>
            <a:noFill/>
          </a:ln>
        </p:spPr>
        <p:txBody>
          <a:bodyPr wrap="square" lIns="0" tIns="0" rIns="0" bIns="0" anchor="t">
            <a:spAutoFit/>
          </a:bodyPr>
          <a:lstStyle/>
          <a:p>
            <a:pPr algn="ctr"/>
            <a:endParaRPr/>
          </a:p>
        </p:txBody>
      </p:sp>
      <p:pic>
        <p:nvPicPr>
          <p:cNvPr id="30" name="Picture 29" descr="tmpx6u5fkn9.png"/>
          <p:cNvPicPr>
            <a:picLocks noChangeAspect="1"/>
          </p:cNvPicPr>
          <p:nvPr/>
        </p:nvPicPr>
        <p:blipFill>
          <a:blip r:embed="rId5"/>
          <a:stretch>
            <a:fillRect/>
          </a:stretch>
        </p:blipFill>
        <p:spPr>
          <a:xfrm>
            <a:off x="7336333" y="1508670"/>
            <a:ext cx="304800" cy="304800"/>
          </a:xfrm>
          <a:prstGeom prst="rect">
            <a:avLst/>
          </a:prstGeom>
        </p:spPr>
      </p:pic>
      <p:sp>
        <p:nvSpPr>
          <p:cNvPr id="31" name="TextBox 30"/>
          <p:cNvSpPr txBox="1"/>
          <p:nvPr/>
        </p:nvSpPr>
        <p:spPr>
          <a:xfrm>
            <a:off x="6112966" y="1927770"/>
            <a:ext cx="2751683" cy="2867452"/>
          </a:xfrm>
          <a:prstGeom prst="rect">
            <a:avLst/>
          </a:prstGeom>
          <a:noFill/>
          <a:ln>
            <a:noFill/>
          </a:ln>
        </p:spPr>
        <p:txBody>
          <a:bodyPr wrap="square" lIns="0" tIns="0" rIns="0" bIns="0" anchor="t">
            <a:spAutoFit/>
          </a:bodyPr>
          <a:lstStyle/>
          <a:p>
            <a:pPr algn="ctr">
              <a:spcAft>
                <a:spcPts val="1000"/>
              </a:spcAft>
            </a:pPr>
            <a:r>
              <a:rPr sz="1300" b="1" i="0" dirty="0">
                <a:solidFill>
                  <a:srgbClr val="FFFFFF"/>
                </a:solidFill>
                <a:latin typeface="Verdana"/>
              </a:rPr>
              <a:t>Anticipated Strategic Trade‑offs</a:t>
            </a:r>
          </a:p>
          <a:p>
            <a:pPr algn="ctr">
              <a:spcAft>
                <a:spcPts val="1200"/>
              </a:spcAft>
            </a:pPr>
            <a:r>
              <a:rPr sz="1200" b="0" i="0" dirty="0">
                <a:solidFill>
                  <a:srgbClr val="FFFFFF"/>
                </a:solidFill>
                <a:latin typeface="Verdana"/>
              </a:rPr>
              <a:t>Posits that the No‑Code path could deliver accelerated prototyping, streamlined maintenance, and centralized governance</a:t>
            </a:r>
            <a:r>
              <a:rPr lang="en-US" sz="1200" b="0" i="0" dirty="0">
                <a:solidFill>
                  <a:srgbClr val="FFFFFF"/>
                </a:solidFill>
                <a:latin typeface="Verdana"/>
              </a:rPr>
              <a:t>.</a:t>
            </a:r>
          </a:p>
          <a:p>
            <a:pPr algn="ctr">
              <a:spcAft>
                <a:spcPts val="1200"/>
              </a:spcAft>
            </a:pPr>
            <a:r>
              <a:rPr lang="en-US" sz="1200" dirty="0">
                <a:solidFill>
                  <a:srgbClr val="FFFFFF"/>
                </a:solidFill>
                <a:latin typeface="Verdana"/>
              </a:rPr>
              <a:t>T</a:t>
            </a:r>
            <a:r>
              <a:rPr sz="1200" b="0" i="0" dirty="0">
                <a:solidFill>
                  <a:srgbClr val="FFFFFF"/>
                </a:solidFill>
                <a:latin typeface="Verdana"/>
              </a:rPr>
              <a:t>he Agentic path may provide maximal extensibility for niche edge‑cases. </a:t>
            </a:r>
            <a:endParaRPr lang="en-US" sz="1200" b="0" i="0" dirty="0">
              <a:solidFill>
                <a:srgbClr val="FFFFFF"/>
              </a:solidFill>
              <a:latin typeface="Verdana"/>
            </a:endParaRPr>
          </a:p>
          <a:p>
            <a:pPr algn="ctr">
              <a:spcAft>
                <a:spcPts val="1200"/>
              </a:spcAft>
            </a:pPr>
            <a:r>
              <a:rPr sz="1200" b="0" i="0" dirty="0">
                <a:solidFill>
                  <a:srgbClr val="FFFFFF"/>
                </a:solidFill>
                <a:latin typeface="Verdana"/>
              </a:rPr>
              <a:t>Decision criteria would hinge on project timelines, required custom logic, and projected long‑term operational budgets.</a:t>
            </a:r>
          </a:p>
        </p:txBody>
      </p:sp>
      <p:pic>
        <p:nvPicPr>
          <p:cNvPr id="32" name="Picture 31" descr="A computer screen shot of a diagram&#10;&#10;AI-generated content may be incorrect.">
            <a:extLst>
              <a:ext uri="{FF2B5EF4-FFF2-40B4-BE49-F238E27FC236}">
                <a16:creationId xmlns:a16="http://schemas.microsoft.com/office/drawing/2014/main" id="{CA149F66-76F1-BADE-AE8C-1F37C78582A1}"/>
              </a:ext>
            </a:extLst>
          </p:cNvPr>
          <p:cNvPicPr>
            <a:picLocks noChangeAspect="1"/>
          </p:cNvPicPr>
          <p:nvPr/>
        </p:nvPicPr>
        <p:blipFill>
          <a:blip r:embed="rId6"/>
          <a:srcRect l="32131" b="15908"/>
          <a:stretch>
            <a:fillRect/>
          </a:stretch>
        </p:blipFill>
        <p:spPr>
          <a:xfrm>
            <a:off x="3170634" y="2319917"/>
            <a:ext cx="2751683" cy="2704582"/>
          </a:xfrm>
          <a:prstGeom prst="rect">
            <a:avLst/>
          </a:prstGeom>
          <a:effectLst>
            <a:softEdge rad="38100"/>
          </a:effectLst>
        </p:spPr>
      </p:pic>
      <p:pic>
        <p:nvPicPr>
          <p:cNvPr id="34" name="Picture 33" descr="A diagram of a company&#10;&#10;AI-generated content may be incorrect.">
            <a:extLst>
              <a:ext uri="{FF2B5EF4-FFF2-40B4-BE49-F238E27FC236}">
                <a16:creationId xmlns:a16="http://schemas.microsoft.com/office/drawing/2014/main" id="{7773FF19-8B1E-EA6D-8048-08935B613EB4}"/>
              </a:ext>
            </a:extLst>
          </p:cNvPr>
          <p:cNvPicPr>
            <a:picLocks noChangeAspect="1"/>
          </p:cNvPicPr>
          <p:nvPr/>
        </p:nvPicPr>
        <p:blipFill>
          <a:blip r:embed="rId7"/>
          <a:srcRect l="2879" t="2313" r="1900" b="2313"/>
          <a:stretch>
            <a:fillRect/>
          </a:stretch>
        </p:blipFill>
        <p:spPr>
          <a:xfrm>
            <a:off x="384048" y="2327879"/>
            <a:ext cx="2438400" cy="2652229"/>
          </a:xfrm>
          <a:prstGeom prst="rect">
            <a:avLst/>
          </a:prstGeom>
          <a:effectLst>
            <a:softEdge rad="25400"/>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t>High-Level Architecture</a:t>
            </a:r>
          </a:p>
        </p:txBody>
      </p:sp>
      <p:sp>
        <p:nvSpPr>
          <p:cNvPr id="4" name="Subtitle 3"/>
          <p:cNvSpPr>
            <a:spLocks noGrp="1"/>
          </p:cNvSpPr>
          <p:nvPr>
            <p:ph type="subTitle" idx="2"/>
          </p:nvPr>
        </p:nvSpPr>
        <p:spPr/>
        <p:txBody>
          <a:bodyPr>
            <a:normAutofit/>
          </a:bodyPr>
          <a:lstStyle/>
          <a:p>
            <a:r>
              <a:t>Multi-Agent Copilot-Based Design</a:t>
            </a:r>
          </a:p>
        </p:txBody>
      </p:sp>
      <p:sp>
        <p:nvSpPr>
          <p:cNvPr id="5" name="Rectangle 4"/>
          <p:cNvSpPr/>
          <p:nvPr/>
        </p:nvSpPr>
        <p:spPr>
          <a:xfrm>
            <a:off x="228600" y="1508670"/>
            <a:ext cx="8686800" cy="32004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28600" y="1508670"/>
            <a:ext cx="8686800" cy="32004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300" b="0" i="0">
                <a:solidFill>
                  <a:srgbClr val="FFFFFF"/>
                </a:solidFill>
                <a:latin typeface="Proxima Nova"/>
              </a:defRPr>
            </a:pPr>
            <a:endParaRPr/>
          </a:p>
        </p:txBody>
      </p:sp>
      <p:sp>
        <p:nvSpPr>
          <p:cNvPr id="7" name="Rectangle 6"/>
          <p:cNvSpPr/>
          <p:nvPr/>
        </p:nvSpPr>
        <p:spPr>
          <a:xfrm>
            <a:off x="228600" y="1508670"/>
            <a:ext cx="8686800"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451967"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451967" y="1508670"/>
            <a:ext cx="304800" cy="304800"/>
          </a:xfrm>
          <a:prstGeom prst="rect">
            <a:avLst/>
          </a:prstGeom>
          <a:noFill/>
          <a:ln>
            <a:noFill/>
          </a:ln>
        </p:spPr>
        <p:txBody>
          <a:bodyPr wrap="square" lIns="0" tIns="0" rIns="0" bIns="0" anchor="t">
            <a:spAutoFit/>
          </a:bodyPr>
          <a:lstStyle/>
          <a:p>
            <a:pPr algn="ctr"/>
            <a:endParaRPr/>
          </a:p>
        </p:txBody>
      </p:sp>
      <p:pic>
        <p:nvPicPr>
          <p:cNvPr id="16" name="Picture 15" descr="tmp1dimt_7a.png"/>
          <p:cNvPicPr>
            <a:picLocks noChangeAspect="1"/>
          </p:cNvPicPr>
          <p:nvPr/>
        </p:nvPicPr>
        <p:blipFill>
          <a:blip r:embed="rId3"/>
          <a:stretch>
            <a:fillRect/>
          </a:stretch>
        </p:blipFill>
        <p:spPr>
          <a:xfrm>
            <a:off x="1451967" y="1508670"/>
            <a:ext cx="304800" cy="304800"/>
          </a:xfrm>
          <a:prstGeom prst="rect">
            <a:avLst/>
          </a:prstGeom>
        </p:spPr>
      </p:pic>
      <p:sp>
        <p:nvSpPr>
          <p:cNvPr id="17" name="TextBox 16"/>
          <p:cNvSpPr txBox="1"/>
          <p:nvPr/>
        </p:nvSpPr>
        <p:spPr>
          <a:xfrm>
            <a:off x="228600" y="1927770"/>
            <a:ext cx="2751683" cy="1046440"/>
          </a:xfrm>
          <a:prstGeom prst="rect">
            <a:avLst/>
          </a:prstGeom>
          <a:noFill/>
          <a:ln>
            <a:noFill/>
          </a:ln>
        </p:spPr>
        <p:txBody>
          <a:bodyPr wrap="square" lIns="0" tIns="0" rIns="0" bIns="0" anchor="t">
            <a:spAutoFit/>
          </a:bodyPr>
          <a:lstStyle/>
          <a:p>
            <a:pPr algn="ctr"/>
            <a:r>
              <a:rPr sz="1300" b="1" i="0" dirty="0">
                <a:solidFill>
                  <a:srgbClr val="FFFFFF"/>
                </a:solidFill>
                <a:latin typeface="Verdana"/>
              </a:rPr>
              <a:t>Top-Level Agent</a:t>
            </a:r>
            <a:endParaRPr lang="en-US" sz="1300" b="1" i="0" dirty="0">
              <a:solidFill>
                <a:srgbClr val="FFFFFF"/>
              </a:solidFill>
              <a:latin typeface="Verdana"/>
            </a:endParaRPr>
          </a:p>
          <a:p>
            <a:pPr algn="ctr"/>
            <a:endParaRPr sz="1300" b="1" i="0" dirty="0">
              <a:solidFill>
                <a:srgbClr val="FFFFFF"/>
              </a:solidFill>
              <a:latin typeface="Verdana"/>
            </a:endParaRPr>
          </a:p>
          <a:p>
            <a:pPr algn="ctr">
              <a:spcAft>
                <a:spcPts val="1200"/>
              </a:spcAft>
            </a:pPr>
            <a:r>
              <a:rPr sz="1400" b="0" i="0" dirty="0">
                <a:solidFill>
                  <a:srgbClr val="FFFFFF"/>
                </a:solidFill>
                <a:latin typeface="Verdana"/>
              </a:rPr>
              <a:t>Primary WICE agent orchestrates queries across specialized agents.</a:t>
            </a:r>
          </a:p>
        </p:txBody>
      </p:sp>
      <p:sp>
        <p:nvSpPr>
          <p:cNvPr id="18" name="Rectangle 17"/>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394150"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394150" y="1508670"/>
            <a:ext cx="304800" cy="304800"/>
          </a:xfrm>
          <a:prstGeom prst="rect">
            <a:avLst/>
          </a:prstGeom>
          <a:noFill/>
          <a:ln>
            <a:noFill/>
          </a:ln>
        </p:spPr>
        <p:txBody>
          <a:bodyPr wrap="square" lIns="0" tIns="0" rIns="0" bIns="0" anchor="t">
            <a:spAutoFit/>
          </a:bodyPr>
          <a:lstStyle/>
          <a:p>
            <a:pPr algn="ctr"/>
            <a:endParaRPr/>
          </a:p>
        </p:txBody>
      </p:sp>
      <p:pic>
        <p:nvPicPr>
          <p:cNvPr id="23" name="Picture 22" descr="tmpno_qop02.png"/>
          <p:cNvPicPr>
            <a:picLocks noChangeAspect="1"/>
          </p:cNvPicPr>
          <p:nvPr/>
        </p:nvPicPr>
        <p:blipFill>
          <a:blip r:embed="rId4"/>
          <a:stretch>
            <a:fillRect/>
          </a:stretch>
        </p:blipFill>
        <p:spPr>
          <a:xfrm>
            <a:off x="4394150" y="1508670"/>
            <a:ext cx="304800" cy="304800"/>
          </a:xfrm>
          <a:prstGeom prst="rect">
            <a:avLst/>
          </a:prstGeom>
        </p:spPr>
      </p:pic>
      <p:sp>
        <p:nvSpPr>
          <p:cNvPr id="24" name="TextBox 23"/>
          <p:cNvSpPr txBox="1"/>
          <p:nvPr/>
        </p:nvSpPr>
        <p:spPr>
          <a:xfrm>
            <a:off x="3170783" y="1927770"/>
            <a:ext cx="2751683" cy="1046440"/>
          </a:xfrm>
          <a:prstGeom prst="rect">
            <a:avLst/>
          </a:prstGeom>
          <a:noFill/>
          <a:ln>
            <a:noFill/>
          </a:ln>
        </p:spPr>
        <p:txBody>
          <a:bodyPr wrap="square" lIns="0" tIns="0" rIns="0" bIns="0" anchor="t">
            <a:spAutoFit/>
          </a:bodyPr>
          <a:lstStyle/>
          <a:p>
            <a:pPr algn="ctr"/>
            <a:r>
              <a:rPr sz="1300" b="1" i="0" dirty="0">
                <a:solidFill>
                  <a:srgbClr val="FFFFFF"/>
                </a:solidFill>
                <a:latin typeface="Verdana"/>
              </a:rPr>
              <a:t>Source Agents</a:t>
            </a:r>
            <a:endParaRPr lang="en-US" sz="1300" b="1" i="0" dirty="0">
              <a:solidFill>
                <a:srgbClr val="FFFFFF"/>
              </a:solidFill>
              <a:latin typeface="Verdana"/>
            </a:endParaRPr>
          </a:p>
          <a:p>
            <a:pPr algn="ctr"/>
            <a:endParaRPr sz="1300" b="1" i="0" dirty="0">
              <a:solidFill>
                <a:srgbClr val="FFFFFF"/>
              </a:solidFill>
              <a:latin typeface="Verdana"/>
            </a:endParaRPr>
          </a:p>
          <a:p>
            <a:pPr algn="ctr">
              <a:spcAft>
                <a:spcPts val="1200"/>
              </a:spcAft>
            </a:pPr>
            <a:r>
              <a:rPr sz="1400" b="0" i="0" dirty="0">
                <a:solidFill>
                  <a:srgbClr val="FFFFFF"/>
                </a:solidFill>
                <a:latin typeface="Verdana"/>
              </a:rPr>
              <a:t>Dedicated agents for Wiki, SharePoint documentation, and databases.</a:t>
            </a:r>
          </a:p>
        </p:txBody>
      </p:sp>
      <p:sp>
        <p:nvSpPr>
          <p:cNvPr id="25" name="Rectangle 24"/>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336333"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336333" y="1508670"/>
            <a:ext cx="304800" cy="304800"/>
          </a:xfrm>
          <a:prstGeom prst="rect">
            <a:avLst/>
          </a:prstGeom>
          <a:noFill/>
          <a:ln>
            <a:noFill/>
          </a:ln>
        </p:spPr>
        <p:txBody>
          <a:bodyPr wrap="square" lIns="0" tIns="0" rIns="0" bIns="0" anchor="t">
            <a:spAutoFit/>
          </a:bodyPr>
          <a:lstStyle/>
          <a:p>
            <a:pPr algn="ctr"/>
            <a:endParaRPr/>
          </a:p>
        </p:txBody>
      </p:sp>
      <p:pic>
        <p:nvPicPr>
          <p:cNvPr id="30" name="Picture 29" descr="tmpo98y918x.png"/>
          <p:cNvPicPr>
            <a:picLocks noChangeAspect="1"/>
          </p:cNvPicPr>
          <p:nvPr/>
        </p:nvPicPr>
        <p:blipFill>
          <a:blip r:embed="rId5"/>
          <a:stretch>
            <a:fillRect/>
          </a:stretch>
        </p:blipFill>
        <p:spPr>
          <a:xfrm>
            <a:off x="7336333" y="1508670"/>
            <a:ext cx="304800" cy="304800"/>
          </a:xfrm>
          <a:prstGeom prst="rect">
            <a:avLst/>
          </a:prstGeom>
        </p:spPr>
      </p:pic>
      <p:sp>
        <p:nvSpPr>
          <p:cNvPr id="31" name="TextBox 30"/>
          <p:cNvSpPr txBox="1"/>
          <p:nvPr/>
        </p:nvSpPr>
        <p:spPr>
          <a:xfrm>
            <a:off x="6112966" y="1927770"/>
            <a:ext cx="2751683" cy="830997"/>
          </a:xfrm>
          <a:prstGeom prst="rect">
            <a:avLst/>
          </a:prstGeom>
          <a:noFill/>
          <a:ln>
            <a:noFill/>
          </a:ln>
        </p:spPr>
        <p:txBody>
          <a:bodyPr wrap="square" lIns="0" tIns="0" rIns="0" bIns="0" anchor="t">
            <a:spAutoFit/>
          </a:bodyPr>
          <a:lstStyle/>
          <a:p>
            <a:pPr algn="ctr"/>
            <a:r>
              <a:rPr sz="1300" b="1" i="0" dirty="0">
                <a:solidFill>
                  <a:srgbClr val="FFFFFF"/>
                </a:solidFill>
                <a:latin typeface="Verdana"/>
              </a:rPr>
              <a:t>Teams Integration</a:t>
            </a:r>
            <a:endParaRPr lang="en-US" sz="1300" b="1" i="0" dirty="0">
              <a:solidFill>
                <a:srgbClr val="FFFFFF"/>
              </a:solidFill>
              <a:latin typeface="Verdana"/>
            </a:endParaRPr>
          </a:p>
          <a:p>
            <a:pPr algn="ctr"/>
            <a:endParaRPr sz="1300" b="1" i="0" dirty="0">
              <a:solidFill>
                <a:srgbClr val="FFFFFF"/>
              </a:solidFill>
              <a:latin typeface="Verdana"/>
            </a:endParaRPr>
          </a:p>
          <a:p>
            <a:pPr algn="ctr">
              <a:spcAft>
                <a:spcPts val="1200"/>
              </a:spcAft>
            </a:pPr>
            <a:r>
              <a:rPr sz="1400" b="0" i="0" dirty="0">
                <a:solidFill>
                  <a:srgbClr val="FFFFFF"/>
                </a:solidFill>
                <a:latin typeface="Verdana"/>
              </a:rPr>
              <a:t>End users interact directly through Microsoft Teams.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t>Data Sources &amp; Governance</a:t>
            </a:r>
          </a:p>
        </p:txBody>
      </p:sp>
      <p:sp>
        <p:nvSpPr>
          <p:cNvPr id="4" name="Subtitle 3"/>
          <p:cNvSpPr>
            <a:spLocks noGrp="1"/>
          </p:cNvSpPr>
          <p:nvPr>
            <p:ph type="subTitle" idx="2"/>
          </p:nvPr>
        </p:nvSpPr>
        <p:spPr/>
        <p:txBody>
          <a:bodyPr>
            <a:normAutofit/>
          </a:bodyPr>
          <a:lstStyle/>
          <a:p>
            <a:r>
              <a:rPr dirty="0"/>
              <a:t>Trusted Internal Knowledge</a:t>
            </a:r>
          </a:p>
        </p:txBody>
      </p:sp>
      <p:sp>
        <p:nvSpPr>
          <p:cNvPr id="5" name="Rectangle 4"/>
          <p:cNvSpPr/>
          <p:nvPr/>
        </p:nvSpPr>
        <p:spPr>
          <a:xfrm>
            <a:off x="228600" y="1508670"/>
            <a:ext cx="8686800" cy="32004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28600" y="1508670"/>
            <a:ext cx="8686800" cy="32004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300" b="0" i="0">
                <a:solidFill>
                  <a:srgbClr val="FFFFFF"/>
                </a:solidFill>
                <a:latin typeface="Proxima Nova"/>
              </a:defRPr>
            </a:pPr>
            <a:endParaRPr/>
          </a:p>
        </p:txBody>
      </p:sp>
      <p:sp>
        <p:nvSpPr>
          <p:cNvPr id="7" name="Rectangle 6"/>
          <p:cNvSpPr/>
          <p:nvPr/>
        </p:nvSpPr>
        <p:spPr>
          <a:xfrm>
            <a:off x="228600" y="1508670"/>
            <a:ext cx="8686800"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451967"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451967" y="1508670"/>
            <a:ext cx="304800" cy="304800"/>
          </a:xfrm>
          <a:prstGeom prst="rect">
            <a:avLst/>
          </a:prstGeom>
          <a:noFill/>
          <a:ln>
            <a:noFill/>
          </a:ln>
        </p:spPr>
        <p:txBody>
          <a:bodyPr wrap="square" lIns="0" tIns="0" rIns="0" bIns="0" anchor="t">
            <a:spAutoFit/>
          </a:bodyPr>
          <a:lstStyle/>
          <a:p>
            <a:pPr algn="ctr"/>
            <a:endParaRPr/>
          </a:p>
        </p:txBody>
      </p:sp>
      <p:pic>
        <p:nvPicPr>
          <p:cNvPr id="16" name="Picture 15" descr="tmpaan7v424.png"/>
          <p:cNvPicPr>
            <a:picLocks noChangeAspect="1"/>
          </p:cNvPicPr>
          <p:nvPr/>
        </p:nvPicPr>
        <p:blipFill>
          <a:blip r:embed="rId3"/>
          <a:stretch>
            <a:fillRect/>
          </a:stretch>
        </p:blipFill>
        <p:spPr>
          <a:xfrm>
            <a:off x="1451967" y="1508670"/>
            <a:ext cx="304800" cy="304800"/>
          </a:xfrm>
          <a:prstGeom prst="rect">
            <a:avLst/>
          </a:prstGeom>
        </p:spPr>
      </p:pic>
      <p:sp>
        <p:nvSpPr>
          <p:cNvPr id="17" name="TextBox 16"/>
          <p:cNvSpPr txBox="1"/>
          <p:nvPr/>
        </p:nvSpPr>
        <p:spPr>
          <a:xfrm>
            <a:off x="228600" y="1927770"/>
            <a:ext cx="2751683" cy="200055"/>
          </a:xfrm>
          <a:prstGeom prst="rect">
            <a:avLst/>
          </a:prstGeom>
          <a:noFill/>
          <a:ln>
            <a:noFill/>
          </a:ln>
        </p:spPr>
        <p:txBody>
          <a:bodyPr wrap="square" lIns="0" tIns="0" rIns="0" bIns="0" anchor="t">
            <a:spAutoFit/>
          </a:bodyPr>
          <a:lstStyle/>
          <a:p>
            <a:pPr algn="ctr"/>
            <a:r>
              <a:rPr sz="1300" b="1" i="0" dirty="0">
                <a:solidFill>
                  <a:srgbClr val="FFFFFF"/>
                </a:solidFill>
                <a:latin typeface="Verdana"/>
              </a:rPr>
              <a:t>Primary Sources</a:t>
            </a:r>
            <a:endParaRPr lang="en-US" sz="1400" b="0" i="0" dirty="0">
              <a:solidFill>
                <a:srgbClr val="FFFFFF"/>
              </a:solidFill>
              <a:latin typeface="Verdana"/>
            </a:endParaRPr>
          </a:p>
        </p:txBody>
      </p:sp>
      <p:sp>
        <p:nvSpPr>
          <p:cNvPr id="18" name="Rectangle 17"/>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394150"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394150" y="1508670"/>
            <a:ext cx="304800" cy="304800"/>
          </a:xfrm>
          <a:prstGeom prst="rect">
            <a:avLst/>
          </a:prstGeom>
          <a:noFill/>
          <a:ln>
            <a:noFill/>
          </a:ln>
        </p:spPr>
        <p:txBody>
          <a:bodyPr wrap="square" lIns="0" tIns="0" rIns="0" bIns="0" anchor="t">
            <a:spAutoFit/>
          </a:bodyPr>
          <a:lstStyle/>
          <a:p>
            <a:pPr algn="ctr"/>
            <a:endParaRPr/>
          </a:p>
        </p:txBody>
      </p:sp>
      <p:pic>
        <p:nvPicPr>
          <p:cNvPr id="23" name="Picture 22" descr="tmp_8t3d1be.png"/>
          <p:cNvPicPr>
            <a:picLocks noChangeAspect="1"/>
          </p:cNvPicPr>
          <p:nvPr/>
        </p:nvPicPr>
        <p:blipFill>
          <a:blip r:embed="rId4"/>
          <a:stretch>
            <a:fillRect/>
          </a:stretch>
        </p:blipFill>
        <p:spPr>
          <a:xfrm>
            <a:off x="4394150" y="1508670"/>
            <a:ext cx="304800" cy="304800"/>
          </a:xfrm>
          <a:prstGeom prst="rect">
            <a:avLst/>
          </a:prstGeom>
        </p:spPr>
      </p:pic>
      <p:sp>
        <p:nvSpPr>
          <p:cNvPr id="24" name="TextBox 23"/>
          <p:cNvSpPr txBox="1"/>
          <p:nvPr/>
        </p:nvSpPr>
        <p:spPr>
          <a:xfrm>
            <a:off x="3170783" y="1927770"/>
            <a:ext cx="2751683" cy="1200329"/>
          </a:xfrm>
          <a:prstGeom prst="rect">
            <a:avLst/>
          </a:prstGeom>
          <a:noFill/>
          <a:ln>
            <a:noFill/>
          </a:ln>
        </p:spPr>
        <p:txBody>
          <a:bodyPr wrap="square" lIns="0" tIns="0" rIns="0" bIns="0" anchor="t">
            <a:spAutoFit/>
          </a:bodyPr>
          <a:lstStyle/>
          <a:p>
            <a:pPr algn="ctr"/>
            <a:r>
              <a:rPr sz="1300" b="1" i="0" dirty="0">
                <a:solidFill>
                  <a:srgbClr val="FFFFFF"/>
                </a:solidFill>
                <a:latin typeface="Verdana"/>
              </a:rPr>
              <a:t>Data Freshness</a:t>
            </a:r>
            <a:endParaRPr lang="en-US" sz="1300" b="1" i="0" dirty="0">
              <a:solidFill>
                <a:srgbClr val="FFFFFF"/>
              </a:solidFill>
              <a:latin typeface="Verdana"/>
            </a:endParaRPr>
          </a:p>
          <a:p>
            <a:pPr algn="ctr"/>
            <a:endParaRPr sz="1300" b="1" i="0" dirty="0">
              <a:solidFill>
                <a:srgbClr val="FFFFFF"/>
              </a:solidFill>
              <a:latin typeface="Verdana"/>
            </a:endParaRPr>
          </a:p>
          <a:p>
            <a:pPr algn="ctr">
              <a:spcAft>
                <a:spcPts val="1200"/>
              </a:spcAft>
            </a:pPr>
            <a:r>
              <a:rPr sz="1400" b="0" i="0" dirty="0">
                <a:solidFill>
                  <a:srgbClr val="FFFFFF"/>
                </a:solidFill>
                <a:latin typeface="Verdana"/>
              </a:rPr>
              <a:t>Metadata and collected-data info is near real-time; </a:t>
            </a:r>
            <a:endParaRPr lang="en-US" sz="1400" b="0" i="0" dirty="0">
              <a:solidFill>
                <a:srgbClr val="FFFFFF"/>
              </a:solidFill>
              <a:latin typeface="Verdana"/>
            </a:endParaRPr>
          </a:p>
          <a:p>
            <a:pPr algn="ctr">
              <a:spcAft>
                <a:spcPts val="1200"/>
              </a:spcAft>
            </a:pPr>
            <a:r>
              <a:rPr lang="en-US" sz="1400" b="0" i="0" dirty="0">
                <a:solidFill>
                  <a:srgbClr val="FFFFFF"/>
                </a:solidFill>
                <a:latin typeface="Verdana"/>
              </a:rPr>
              <a:t>H</a:t>
            </a:r>
            <a:r>
              <a:rPr sz="1400" b="0" i="0" dirty="0">
                <a:solidFill>
                  <a:srgbClr val="FFFFFF"/>
                </a:solidFill>
                <a:latin typeface="Verdana"/>
              </a:rPr>
              <a:t>istorical access via request.</a:t>
            </a:r>
          </a:p>
        </p:txBody>
      </p:sp>
      <p:sp>
        <p:nvSpPr>
          <p:cNvPr id="25" name="Rectangle 24"/>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336333"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336333" y="1508670"/>
            <a:ext cx="304800" cy="304800"/>
          </a:xfrm>
          <a:prstGeom prst="rect">
            <a:avLst/>
          </a:prstGeom>
          <a:noFill/>
          <a:ln>
            <a:noFill/>
          </a:ln>
        </p:spPr>
        <p:txBody>
          <a:bodyPr wrap="square" lIns="0" tIns="0" rIns="0" bIns="0" anchor="t">
            <a:spAutoFit/>
          </a:bodyPr>
          <a:lstStyle/>
          <a:p>
            <a:pPr algn="ctr"/>
            <a:endParaRPr/>
          </a:p>
        </p:txBody>
      </p:sp>
      <p:pic>
        <p:nvPicPr>
          <p:cNvPr id="30" name="Picture 29" descr="tmpgdmbj3rq.png"/>
          <p:cNvPicPr>
            <a:picLocks noChangeAspect="1"/>
          </p:cNvPicPr>
          <p:nvPr/>
        </p:nvPicPr>
        <p:blipFill>
          <a:blip r:embed="rId5"/>
          <a:stretch>
            <a:fillRect/>
          </a:stretch>
        </p:blipFill>
        <p:spPr>
          <a:xfrm>
            <a:off x="7336333" y="1508670"/>
            <a:ext cx="304800" cy="304800"/>
          </a:xfrm>
          <a:prstGeom prst="rect">
            <a:avLst/>
          </a:prstGeom>
        </p:spPr>
      </p:pic>
      <p:sp>
        <p:nvSpPr>
          <p:cNvPr id="31" name="TextBox 30"/>
          <p:cNvSpPr txBox="1"/>
          <p:nvPr/>
        </p:nvSpPr>
        <p:spPr>
          <a:xfrm>
            <a:off x="6112966" y="1927770"/>
            <a:ext cx="2751683" cy="830997"/>
          </a:xfrm>
          <a:prstGeom prst="rect">
            <a:avLst/>
          </a:prstGeom>
          <a:noFill/>
          <a:ln>
            <a:noFill/>
          </a:ln>
        </p:spPr>
        <p:txBody>
          <a:bodyPr wrap="square" lIns="0" tIns="0" rIns="0" bIns="0" anchor="t">
            <a:spAutoFit/>
          </a:bodyPr>
          <a:lstStyle/>
          <a:p>
            <a:pPr algn="ctr"/>
            <a:r>
              <a:rPr sz="1300" b="1" i="0" dirty="0">
                <a:solidFill>
                  <a:srgbClr val="FFFFFF"/>
                </a:solidFill>
                <a:latin typeface="Verdana"/>
              </a:rPr>
              <a:t>Governance Aware</a:t>
            </a:r>
            <a:endParaRPr lang="en-US" sz="1300" b="1" i="0" dirty="0">
              <a:solidFill>
                <a:srgbClr val="FFFFFF"/>
              </a:solidFill>
              <a:latin typeface="Verdana"/>
            </a:endParaRPr>
          </a:p>
          <a:p>
            <a:pPr algn="ctr"/>
            <a:endParaRPr sz="1300" b="1" i="0" dirty="0">
              <a:solidFill>
                <a:srgbClr val="FFFFFF"/>
              </a:solidFill>
              <a:latin typeface="Verdana"/>
            </a:endParaRPr>
          </a:p>
          <a:p>
            <a:pPr algn="ctr">
              <a:spcAft>
                <a:spcPts val="1200"/>
              </a:spcAft>
            </a:pPr>
            <a:r>
              <a:rPr sz="1400" b="0" i="0" dirty="0">
                <a:solidFill>
                  <a:srgbClr val="FFFFFF"/>
                </a:solidFill>
                <a:latin typeface="Verdana"/>
              </a:rPr>
              <a:t>Designed to respect access control and data ownership.</a:t>
            </a:r>
          </a:p>
        </p:txBody>
      </p:sp>
      <p:sp>
        <p:nvSpPr>
          <p:cNvPr id="2" name="TextBox 1">
            <a:extLst>
              <a:ext uri="{FF2B5EF4-FFF2-40B4-BE49-F238E27FC236}">
                <a16:creationId xmlns:a16="http://schemas.microsoft.com/office/drawing/2014/main" id="{52DF6747-17D5-8069-7A28-BF3D0B7CD46F}"/>
              </a:ext>
            </a:extLst>
          </p:cNvPr>
          <p:cNvSpPr txBox="1"/>
          <p:nvPr/>
        </p:nvSpPr>
        <p:spPr>
          <a:xfrm>
            <a:off x="228603" y="2330052"/>
            <a:ext cx="2751683" cy="954107"/>
          </a:xfrm>
          <a:prstGeom prst="rect">
            <a:avLst/>
          </a:prstGeom>
          <a:noFill/>
          <a:ln>
            <a:noFill/>
          </a:ln>
        </p:spPr>
        <p:txBody>
          <a:bodyPr wrap="square" lIns="0" tIns="0" rIns="0" bIns="0" anchor="t">
            <a:spAutoFit/>
          </a:bodyPr>
          <a:lstStyle/>
          <a:p>
            <a:pPr marL="285750" indent="-285750">
              <a:spcAft>
                <a:spcPts val="1200"/>
              </a:spcAft>
              <a:buClr>
                <a:schemeClr val="tx1"/>
              </a:buClr>
              <a:buFont typeface="Arial" panose="020B0604020202020204" pitchFamily="34" charset="0"/>
              <a:buChar char="•"/>
            </a:pPr>
            <a:r>
              <a:rPr lang="en-US" sz="1400" b="0" i="0" dirty="0">
                <a:solidFill>
                  <a:srgbClr val="FFFFFF"/>
                </a:solidFill>
                <a:latin typeface="Verdana"/>
              </a:rPr>
              <a:t>SharePoint documents</a:t>
            </a:r>
          </a:p>
          <a:p>
            <a:pPr marL="285750" indent="-285750">
              <a:spcAft>
                <a:spcPts val="1200"/>
              </a:spcAft>
              <a:buClr>
                <a:schemeClr val="tx1"/>
              </a:buClr>
              <a:buFont typeface="Arial" panose="020B0604020202020204" pitchFamily="34" charset="0"/>
              <a:buChar char="•"/>
            </a:pPr>
            <a:r>
              <a:rPr lang="en-US" sz="1400" b="0" i="0" dirty="0">
                <a:solidFill>
                  <a:srgbClr val="FFFFFF"/>
                </a:solidFill>
                <a:latin typeface="Verdana"/>
              </a:rPr>
              <a:t>WICE databases</a:t>
            </a:r>
          </a:p>
          <a:p>
            <a:pPr marL="285750" indent="-285750">
              <a:spcAft>
                <a:spcPts val="1200"/>
              </a:spcAft>
              <a:buClr>
                <a:schemeClr val="tx1"/>
              </a:buClr>
              <a:buFont typeface="Arial" panose="020B0604020202020204" pitchFamily="34" charset="0"/>
              <a:buChar char="•"/>
            </a:pPr>
            <a:r>
              <a:rPr lang="en-US" sz="1400" b="0" i="0" dirty="0">
                <a:solidFill>
                  <a:srgbClr val="FFFFFF"/>
                </a:solidFill>
                <a:latin typeface="Verdana"/>
              </a:rPr>
              <a:t>public Wiki, and URL maps.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dirty="0"/>
              <a:t>Status &amp; Next Steps</a:t>
            </a:r>
          </a:p>
        </p:txBody>
      </p:sp>
      <p:sp>
        <p:nvSpPr>
          <p:cNvPr id="4" name="Subtitle 3"/>
          <p:cNvSpPr>
            <a:spLocks noGrp="1"/>
          </p:cNvSpPr>
          <p:nvPr>
            <p:ph type="subTitle" idx="2"/>
          </p:nvPr>
        </p:nvSpPr>
        <p:spPr/>
        <p:txBody>
          <a:bodyPr>
            <a:normAutofit/>
          </a:bodyPr>
          <a:lstStyle/>
          <a:p>
            <a:r>
              <a:rPr dirty="0"/>
              <a:t>From Ideation to Working Prototype</a:t>
            </a:r>
          </a:p>
        </p:txBody>
      </p:sp>
      <p:sp>
        <p:nvSpPr>
          <p:cNvPr id="5" name="Rectangle 4"/>
          <p:cNvSpPr/>
          <p:nvPr/>
        </p:nvSpPr>
        <p:spPr>
          <a:xfrm>
            <a:off x="228600" y="1508670"/>
            <a:ext cx="8686800" cy="32004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28600" y="1508670"/>
            <a:ext cx="8686800" cy="32004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300" b="0" i="0">
                <a:solidFill>
                  <a:srgbClr val="FFFFFF"/>
                </a:solidFill>
                <a:latin typeface="Proxima Nova"/>
              </a:defRPr>
            </a:pPr>
            <a:endParaRPr/>
          </a:p>
        </p:txBody>
      </p:sp>
      <p:sp>
        <p:nvSpPr>
          <p:cNvPr id="7" name="Rectangle 6"/>
          <p:cNvSpPr/>
          <p:nvPr/>
        </p:nvSpPr>
        <p:spPr>
          <a:xfrm>
            <a:off x="228600" y="1508670"/>
            <a:ext cx="8686800"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28600" y="1508670"/>
            <a:ext cx="8636198"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28600"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451967"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451967" y="1508670"/>
            <a:ext cx="304800" cy="304800"/>
          </a:xfrm>
          <a:prstGeom prst="rect">
            <a:avLst/>
          </a:prstGeom>
          <a:noFill/>
          <a:ln>
            <a:noFill/>
          </a:ln>
        </p:spPr>
        <p:txBody>
          <a:bodyPr wrap="square" lIns="0" tIns="0" rIns="0" bIns="0" anchor="t">
            <a:spAutoFit/>
          </a:bodyPr>
          <a:lstStyle/>
          <a:p>
            <a:pPr algn="ctr"/>
            <a:endParaRPr/>
          </a:p>
        </p:txBody>
      </p:sp>
      <p:pic>
        <p:nvPicPr>
          <p:cNvPr id="16" name="Picture 15" descr="tmprnahgr87.png"/>
          <p:cNvPicPr>
            <a:picLocks noChangeAspect="1"/>
          </p:cNvPicPr>
          <p:nvPr/>
        </p:nvPicPr>
        <p:blipFill>
          <a:blip r:embed="rId3"/>
          <a:stretch>
            <a:fillRect/>
          </a:stretch>
        </p:blipFill>
        <p:spPr>
          <a:xfrm>
            <a:off x="1451967" y="1508670"/>
            <a:ext cx="304800" cy="304800"/>
          </a:xfrm>
          <a:prstGeom prst="rect">
            <a:avLst/>
          </a:prstGeom>
        </p:spPr>
      </p:pic>
      <p:sp>
        <p:nvSpPr>
          <p:cNvPr id="17" name="TextBox 16"/>
          <p:cNvSpPr txBox="1"/>
          <p:nvPr/>
        </p:nvSpPr>
        <p:spPr>
          <a:xfrm>
            <a:off x="228600" y="1927770"/>
            <a:ext cx="2751683" cy="830997"/>
          </a:xfrm>
          <a:prstGeom prst="rect">
            <a:avLst/>
          </a:prstGeom>
          <a:noFill/>
          <a:ln>
            <a:noFill/>
          </a:ln>
        </p:spPr>
        <p:txBody>
          <a:bodyPr wrap="square" lIns="0" tIns="0" rIns="0" bIns="0" anchor="t">
            <a:spAutoFit/>
          </a:bodyPr>
          <a:lstStyle/>
          <a:p>
            <a:pPr algn="ctr"/>
            <a:r>
              <a:rPr sz="1300" b="1" i="0" dirty="0">
                <a:solidFill>
                  <a:srgbClr val="FFFFFF"/>
                </a:solidFill>
                <a:latin typeface="Verdana"/>
              </a:rPr>
              <a:t>Current Phase</a:t>
            </a:r>
            <a:endParaRPr lang="en-US" sz="1300" b="1" i="0" dirty="0">
              <a:solidFill>
                <a:srgbClr val="FFFFFF"/>
              </a:solidFill>
              <a:latin typeface="Verdana"/>
            </a:endParaRPr>
          </a:p>
          <a:p>
            <a:pPr algn="ctr"/>
            <a:endParaRPr sz="1300" b="1" i="0" dirty="0">
              <a:solidFill>
                <a:srgbClr val="FFFFFF"/>
              </a:solidFill>
              <a:latin typeface="Verdana"/>
            </a:endParaRPr>
          </a:p>
          <a:p>
            <a:pPr algn="ctr">
              <a:spcAft>
                <a:spcPts val="1200"/>
              </a:spcAft>
            </a:pPr>
            <a:r>
              <a:rPr sz="1400" b="0" i="0" dirty="0">
                <a:solidFill>
                  <a:srgbClr val="FFFFFF"/>
                </a:solidFill>
                <a:latin typeface="Verdana"/>
              </a:rPr>
              <a:t>Ideation and development loop with architecture defined.</a:t>
            </a:r>
          </a:p>
        </p:txBody>
      </p:sp>
      <p:sp>
        <p:nvSpPr>
          <p:cNvPr id="18" name="Rectangle 17"/>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170783"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394150"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394150" y="1508670"/>
            <a:ext cx="304800" cy="304800"/>
          </a:xfrm>
          <a:prstGeom prst="rect">
            <a:avLst/>
          </a:prstGeom>
          <a:noFill/>
          <a:ln>
            <a:noFill/>
          </a:ln>
        </p:spPr>
        <p:txBody>
          <a:bodyPr wrap="square" lIns="0" tIns="0" rIns="0" bIns="0" anchor="t">
            <a:spAutoFit/>
          </a:bodyPr>
          <a:lstStyle/>
          <a:p>
            <a:pPr algn="ctr"/>
            <a:endParaRPr/>
          </a:p>
        </p:txBody>
      </p:sp>
      <p:pic>
        <p:nvPicPr>
          <p:cNvPr id="23" name="Picture 22" descr="tmp75q5cx50.png"/>
          <p:cNvPicPr>
            <a:picLocks noChangeAspect="1"/>
          </p:cNvPicPr>
          <p:nvPr/>
        </p:nvPicPr>
        <p:blipFill>
          <a:blip r:embed="rId4"/>
          <a:stretch>
            <a:fillRect/>
          </a:stretch>
        </p:blipFill>
        <p:spPr>
          <a:xfrm>
            <a:off x="4394150" y="1508670"/>
            <a:ext cx="304800" cy="304800"/>
          </a:xfrm>
          <a:prstGeom prst="rect">
            <a:avLst/>
          </a:prstGeom>
        </p:spPr>
      </p:pic>
      <p:sp>
        <p:nvSpPr>
          <p:cNvPr id="24" name="TextBox 23"/>
          <p:cNvSpPr txBox="1"/>
          <p:nvPr/>
        </p:nvSpPr>
        <p:spPr>
          <a:xfrm>
            <a:off x="3170783" y="1927770"/>
            <a:ext cx="2751683" cy="1354217"/>
          </a:xfrm>
          <a:prstGeom prst="rect">
            <a:avLst/>
          </a:prstGeom>
          <a:noFill/>
          <a:ln>
            <a:noFill/>
          </a:ln>
        </p:spPr>
        <p:txBody>
          <a:bodyPr wrap="square" lIns="0" tIns="0" rIns="0" bIns="0" anchor="t">
            <a:spAutoFit/>
          </a:bodyPr>
          <a:lstStyle/>
          <a:p>
            <a:pPr algn="ctr"/>
            <a:r>
              <a:rPr sz="1300" b="1" i="0" dirty="0">
                <a:solidFill>
                  <a:srgbClr val="FFFFFF"/>
                </a:solidFill>
                <a:latin typeface="Verdana"/>
              </a:rPr>
              <a:t>Immediate Needs</a:t>
            </a:r>
            <a:endParaRPr lang="en-US" sz="1300" b="1" i="0" dirty="0">
              <a:solidFill>
                <a:srgbClr val="FFFFFF"/>
              </a:solidFill>
              <a:latin typeface="Verdana"/>
            </a:endParaRPr>
          </a:p>
          <a:p>
            <a:pPr algn="ctr"/>
            <a:endParaRPr sz="1300" b="1" i="0" dirty="0">
              <a:solidFill>
                <a:srgbClr val="FFFFFF"/>
              </a:solidFill>
              <a:latin typeface="Verdana"/>
            </a:endParaRPr>
          </a:p>
          <a:p>
            <a:pPr algn="ctr">
              <a:spcAft>
                <a:spcPts val="1200"/>
              </a:spcAft>
            </a:pPr>
            <a:r>
              <a:rPr sz="1400" b="0" i="0" dirty="0">
                <a:solidFill>
                  <a:srgbClr val="FFFFFF"/>
                </a:solidFill>
                <a:latin typeface="Verdana"/>
              </a:rPr>
              <a:t>Azure API resources</a:t>
            </a:r>
            <a:endParaRPr lang="en-US" sz="1400" b="0" i="0" dirty="0">
              <a:solidFill>
                <a:srgbClr val="FFFFFF"/>
              </a:solidFill>
              <a:latin typeface="Verdana"/>
            </a:endParaRPr>
          </a:p>
          <a:p>
            <a:pPr algn="ctr">
              <a:spcAft>
                <a:spcPts val="1200"/>
              </a:spcAft>
            </a:pPr>
            <a:r>
              <a:rPr sz="1400" b="0" i="0" dirty="0">
                <a:solidFill>
                  <a:srgbClr val="FFFFFF"/>
                </a:solidFill>
                <a:latin typeface="Verdana"/>
              </a:rPr>
              <a:t>SharePoint access</a:t>
            </a:r>
            <a:endParaRPr lang="en-US" sz="1400" b="0" i="0" dirty="0">
              <a:solidFill>
                <a:srgbClr val="FFFFFF"/>
              </a:solidFill>
              <a:latin typeface="Verdana"/>
            </a:endParaRPr>
          </a:p>
          <a:p>
            <a:pPr algn="ctr">
              <a:spcAft>
                <a:spcPts val="1200"/>
              </a:spcAft>
            </a:pPr>
            <a:r>
              <a:rPr lang="en-US" sz="1400" b="0" i="0" dirty="0">
                <a:solidFill>
                  <a:srgbClr val="FFFFFF"/>
                </a:solidFill>
                <a:latin typeface="Verdana"/>
              </a:rPr>
              <a:t>D</a:t>
            </a:r>
            <a:r>
              <a:rPr sz="1400" b="0" i="0" dirty="0">
                <a:solidFill>
                  <a:srgbClr val="FFFFFF"/>
                </a:solidFill>
                <a:latin typeface="Verdana"/>
              </a:rPr>
              <a:t>atabase permissions.</a:t>
            </a:r>
          </a:p>
        </p:txBody>
      </p:sp>
      <p:sp>
        <p:nvSpPr>
          <p:cNvPr id="25" name="Rectangle 24"/>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112966" y="1508670"/>
            <a:ext cx="2751683" cy="3192214"/>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336333" y="1508670"/>
            <a:ext cx="304800" cy="304800"/>
          </a:xfrm>
          <a:prstGeom prst="rect">
            <a:avLst/>
          </a:prstGeom>
          <a:solidFill>
            <a:srgbClr val="000000">
              <a:alpha val="0"/>
            </a:srgbClr>
          </a:solidFill>
          <a:ln>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336333" y="1508670"/>
            <a:ext cx="304800" cy="304800"/>
          </a:xfrm>
          <a:prstGeom prst="rect">
            <a:avLst/>
          </a:prstGeom>
          <a:noFill/>
          <a:ln>
            <a:noFill/>
          </a:ln>
        </p:spPr>
        <p:txBody>
          <a:bodyPr wrap="square" lIns="0" tIns="0" rIns="0" bIns="0" anchor="t">
            <a:spAutoFit/>
          </a:bodyPr>
          <a:lstStyle/>
          <a:p>
            <a:pPr algn="ctr"/>
            <a:endParaRPr/>
          </a:p>
        </p:txBody>
      </p:sp>
      <p:pic>
        <p:nvPicPr>
          <p:cNvPr id="30" name="Picture 29" descr="tmprvy7wwe6.png"/>
          <p:cNvPicPr>
            <a:picLocks noChangeAspect="1"/>
          </p:cNvPicPr>
          <p:nvPr/>
        </p:nvPicPr>
        <p:blipFill>
          <a:blip r:embed="rId5"/>
          <a:stretch>
            <a:fillRect/>
          </a:stretch>
        </p:blipFill>
        <p:spPr>
          <a:xfrm>
            <a:off x="7336333" y="1508670"/>
            <a:ext cx="304800" cy="304800"/>
          </a:xfrm>
          <a:prstGeom prst="rect">
            <a:avLst/>
          </a:prstGeom>
        </p:spPr>
      </p:pic>
      <p:sp>
        <p:nvSpPr>
          <p:cNvPr id="31" name="TextBox 30"/>
          <p:cNvSpPr txBox="1"/>
          <p:nvPr/>
        </p:nvSpPr>
        <p:spPr>
          <a:xfrm>
            <a:off x="6112966" y="1927770"/>
            <a:ext cx="2751683" cy="1046440"/>
          </a:xfrm>
          <a:prstGeom prst="rect">
            <a:avLst/>
          </a:prstGeom>
          <a:noFill/>
          <a:ln>
            <a:noFill/>
          </a:ln>
        </p:spPr>
        <p:txBody>
          <a:bodyPr wrap="square" lIns="0" tIns="0" rIns="0" bIns="0" anchor="t">
            <a:spAutoFit/>
          </a:bodyPr>
          <a:lstStyle/>
          <a:p>
            <a:pPr algn="ctr"/>
            <a:r>
              <a:rPr sz="1300" b="1" i="0" dirty="0">
                <a:solidFill>
                  <a:srgbClr val="FFFFFF"/>
                </a:solidFill>
                <a:latin typeface="Verdana"/>
              </a:rPr>
              <a:t>Future Direction</a:t>
            </a:r>
            <a:endParaRPr lang="en-US" sz="1300" b="1" i="0" dirty="0">
              <a:solidFill>
                <a:srgbClr val="FFFFFF"/>
              </a:solidFill>
              <a:latin typeface="Verdana"/>
            </a:endParaRPr>
          </a:p>
          <a:p>
            <a:pPr algn="ctr"/>
            <a:endParaRPr sz="1300" b="1" i="0" dirty="0">
              <a:solidFill>
                <a:srgbClr val="FFFFFF"/>
              </a:solidFill>
              <a:latin typeface="Verdana"/>
            </a:endParaRPr>
          </a:p>
          <a:p>
            <a:pPr algn="ctr">
              <a:spcAft>
                <a:spcPts val="1200"/>
              </a:spcAft>
            </a:pPr>
            <a:r>
              <a:rPr sz="1400" b="0" i="0" dirty="0">
                <a:solidFill>
                  <a:srgbClr val="FFFFFF"/>
                </a:solidFill>
                <a:latin typeface="Verdana"/>
              </a:rPr>
              <a:t>Evaluate alternative agentic workflow and extend toward production.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9AE195-A542-7D2E-B77F-3B1B461C2FDB}"/>
              </a:ext>
            </a:extLst>
          </p:cNvPr>
          <p:cNvSpPr>
            <a:spLocks noGrp="1"/>
          </p:cNvSpPr>
          <p:nvPr>
            <p:ph type="title"/>
          </p:nvPr>
        </p:nvSpPr>
        <p:spPr/>
        <p:txBody>
          <a:bodyPr>
            <a:normAutofit/>
          </a:bodyPr>
          <a:lstStyle/>
          <a:p>
            <a:r>
              <a:rPr lang="en-US" sz="3600" dirty="0"/>
              <a:t>Thank you</a:t>
            </a:r>
            <a:endParaRPr lang="en-SE" sz="3600" dirty="0"/>
          </a:p>
        </p:txBody>
      </p:sp>
    </p:spTree>
    <p:extLst>
      <p:ext uri="{BB962C8B-B14F-4D97-AF65-F5344CB8AC3E}">
        <p14:creationId xmlns:p14="http://schemas.microsoft.com/office/powerpoint/2010/main" val="2084016969"/>
      </p:ext>
    </p:extLst>
  </p:cSld>
  <p:clrMapOvr>
    <a:masterClrMapping/>
  </p:clrMapOvr>
</p:sld>
</file>

<file path=ppt/theme/theme1.xml><?xml version="1.0" encoding="utf-8"?>
<a:theme xmlns:a="http://schemas.openxmlformats.org/drawingml/2006/main" name="Marina">
  <a:themeElements>
    <a:clrScheme name="Marina">
      <a:dk1>
        <a:srgbClr val="FFFFFF"/>
      </a:dk1>
      <a:lt1>
        <a:srgbClr val="00517C"/>
      </a:lt1>
      <a:dk2>
        <a:srgbClr val="004065"/>
      </a:dk2>
      <a:lt2>
        <a:srgbClr val="CFD8DC"/>
      </a:lt2>
      <a:accent1>
        <a:srgbClr val="0277BD"/>
      </a:accent1>
      <a:accent2>
        <a:srgbClr val="558B2F"/>
      </a:accent2>
      <a:accent3>
        <a:srgbClr val="009688"/>
      </a:accent3>
      <a:accent4>
        <a:srgbClr val="039BE5"/>
      </a:accent4>
      <a:accent5>
        <a:srgbClr val="8BC34A"/>
      </a:accent5>
      <a:accent6>
        <a:srgbClr val="FFEB38"/>
      </a:accent6>
      <a:hlink>
        <a:srgbClr val="FDCB3B"/>
      </a:hlink>
      <a:folHlink>
        <a:srgbClr val="8BC3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7fea2623-af8f-4fb8-b1cf-b63cc8e496aa}" enabled="1" method="Standard" siteId="{81fa766e-a349-4867-8bf4-ab35e250a08f}" contentBits="0" removed="0"/>
</clbl:labelList>
</file>

<file path=docProps/app.xml><?xml version="1.0" encoding="utf-8"?>
<Properties xmlns="http://schemas.openxmlformats.org/officeDocument/2006/extended-properties" xmlns:vt="http://schemas.openxmlformats.org/officeDocument/2006/docPropsVTypes">
  <TotalTime>28</TotalTime>
  <Words>664</Words>
  <Application>Microsoft Office PowerPoint</Application>
  <PresentationFormat>On-screen Show (16:9)</PresentationFormat>
  <Paragraphs>89</Paragraphs>
  <Slides>8</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Roboto</vt:lpstr>
      <vt:lpstr>Arial</vt:lpstr>
      <vt:lpstr>Roboto Slab</vt:lpstr>
      <vt:lpstr>Verdana</vt:lpstr>
      <vt:lpstr>Marina</vt:lpstr>
      <vt:lpstr>Masters Thesis: Stakeholder Chatbot for WICE Data</vt:lpstr>
      <vt:lpstr>Why This Matters</vt:lpstr>
      <vt:lpstr>Scope &amp; Intent</vt:lpstr>
      <vt:lpstr>Comparative Workflow Strategies</vt:lpstr>
      <vt:lpstr>High-Level Architecture</vt:lpstr>
      <vt:lpstr>Data Sources &amp; Governance</vt:lpstr>
      <vt:lpstr>Status &amp; Next Steps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cp:lastModifiedBy>KOZHUPPAKALAM THOMAS, PUNNOOSE</cp:lastModifiedBy>
  <cp:revision>7</cp:revision>
  <dcterms:modified xsi:type="dcterms:W3CDTF">2026-02-10T09:21:27Z</dcterms:modified>
</cp:coreProperties>
</file>